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58"/>
  </p:normalViewPr>
  <p:slideViewPr>
    <p:cSldViewPr snapToGrid="0">
      <p:cViewPr varScale="1">
        <p:scale>
          <a:sx d="100" n="124"/>
          <a:sy d="100" n="124"/>
        </p:scale>
        <p:origin x="544" y="168"/>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6" Type="http://schemas.openxmlformats.org/officeDocument/2006/relationships/tableStyles" Target="tableStyles.xml" /><Relationship Id="rId1" Type="http://schemas.openxmlformats.org/officeDocument/2006/relationships/slideMaster" Target="slideMasters/slideMaster1.xml" /><Relationship Id="rId45" Type="http://schemas.openxmlformats.org/officeDocument/2006/relationships/theme" Target="theme/theme1.xml" /><Relationship Id="rId44" Type="http://schemas.openxmlformats.org/officeDocument/2006/relationships/viewProps" Target="viewProps.xml" /><Relationship Id="rId43" Type="http://schemas.openxmlformats.org/officeDocument/2006/relationships/presProps" Target="pres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57B064-B752-FD47-97A2-4C24AE6B024A}" type="datetimeFigureOut">
              <a:rPr lang="en-US" smtClean="0"/>
              <a:t>9/22/26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35DC12-1F25-3F4F-8976-F7B9B059DA07}" type="slidenum">
              <a:rPr lang="en-US" smtClean="0"/>
              <a:t>‹#›</a:t>
            </a:fld>
            <a:endParaRPr lang="en-US"/>
          </a:p>
        </p:txBody>
      </p:sp>
    </p:spTree>
    <p:extLst>
      <p:ext uri="{BB962C8B-B14F-4D97-AF65-F5344CB8AC3E}">
        <p14:creationId xmlns:p14="http://schemas.microsoft.com/office/powerpoint/2010/main" val="2309847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335DC12-1F25-3F4F-8976-F7B9B059DA07}"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335DC12-1F25-3F4F-8976-F7B9B059DA07}"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335DC12-1F25-3F4F-8976-F7B9B059DA07}"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335DC12-1F25-3F4F-8976-F7B9B059DA07}"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335DC12-1F25-3F4F-8976-F7B9B059DA07}"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335DC12-1F25-3F4F-8976-F7B9B059DA07}"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335DC12-1F25-3F4F-8976-F7B9B059DA07}"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335DC12-1F25-3F4F-8976-F7B9B059DA07}"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335DC12-1F25-3F4F-8976-F7B9B059DA07}"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335DC12-1F25-3F4F-8976-F7B9B059DA07}"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335DC12-1F25-3F4F-8976-F7B9B059DA07}"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335DC12-1F25-3F4F-8976-F7B9B059DA07}"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335DC12-1F25-3F4F-8976-F7B9B059DA07}"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335DC12-1F25-3F4F-8976-F7B9B059DA07}"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335DC12-1F25-3F4F-8976-F7B9B059DA07}"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335DC12-1F25-3F4F-8976-F7B9B059DA07}"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335DC12-1F25-3F4F-8976-F7B9B059DA07}"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335DC12-1F25-3F4F-8976-F7B9B059DA07}"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335DC12-1F25-3F4F-8976-F7B9B059DA07}"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335DC12-1F25-3F4F-8976-F7B9B059DA07}"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335DC12-1F25-3F4F-8976-F7B9B059DA07}"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335DC12-1F25-3F4F-8976-F7B9B059DA07}"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335DC12-1F25-3F4F-8976-F7B9B059DA07}"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335DC12-1F25-3F4F-8976-F7B9B059DA07}"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335DC12-1F25-3F4F-8976-F7B9B059DA07}"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335DC12-1F25-3F4F-8976-F7B9B059DA07}"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F4E803E4-C7BA-F14D-AC42-A22C6EB66783}" type="datetime1">
              <a:rPr lang="en-US" smtClean="0"/>
              <a:t>9/22/26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E85A3416-A813-F447-89B3-37ECFBBE4EFA}" type="datetime1">
              <a:rPr lang="en-US" smtClean="0"/>
              <a:t>9/22/26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6BFA26B1-2218-D643-9983-927612BCF827}" type="datetime1">
              <a:rPr lang="en-US" smtClean="0"/>
              <a:t>9/22/26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1588426-C358-B343-A366-E3E7336823B1}" type="datetime1">
              <a:rPr lang="en-US" smtClean="0"/>
              <a:t>9/22/26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7D1F46F6-2FB8-E348-BEB7-ECE7E886726D}" type="datetime1">
              <a:rPr lang="en-US" smtClean="0"/>
              <a:t>9/22/26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2BED87DE-3125-1D4E-99ED-F4C0CC774B19}" type="datetime1">
              <a:rPr lang="en-US" smtClean="0"/>
              <a:t>9/22/26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43C3618C-C306-F848-BE7E-873814464F34}" type="datetime1">
              <a:rPr lang="en-US" smtClean="0"/>
              <a:t>9/22/26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BECF02C-3C7A-A047-B181-FDDE9ECD3312}" type="datetime1">
              <a:rPr lang="en-US" smtClean="0"/>
              <a:t>9/22/26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1CB0BDE-9158-9842-9649-F7D64D576DD4}" type="datetime1">
              <a:rPr lang="en-US" smtClean="0"/>
              <a:t>9/22/26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1F8A8BE-9F5A-9242-B888-1B340635B5B3}" type="datetime1">
              <a:rPr lang="en-US" smtClean="0"/>
              <a:t>9/22/26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21AE4B26-B4AB-2342-9FD2-B54D98EB2689}" type="datetime1">
              <a:rPr lang="en-US" smtClean="0"/>
              <a:t>9/22/26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5F4432E8-C144-0141-ADD6-F0C21840F670}" type="datetime1">
              <a:rPr lang="en-US" smtClean="0"/>
              <a:t>9/22/26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hf dt="0" ftr="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September 30, 2020</a:t>
            </a: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idx="12" sz="quarter" type="sldNum"/>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Words>
  <Application>Microsoft Macintosh PowerPoint</Application>
  <PresentationFormat>Widescreen</PresentationFormat>
  <Paragraphs>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2026-09-28T01:16:47Z</dcterms:created>
  <dcterms:modified xsi:type="dcterms:W3CDTF">2026-09-28T01:16:47Z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