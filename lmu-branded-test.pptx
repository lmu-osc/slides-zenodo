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6" Type="http://schemas.openxmlformats.org/officeDocument/2006/relationships/tableStyles" Target="tableStyles.xml" /><Relationship Id="rId1" Type="http://schemas.openxmlformats.org/officeDocument/2006/relationships/slideMaster" Target="slideMasters/slideMaster1.xml" /><Relationship Id="rId45" Type="http://schemas.openxmlformats.org/officeDocument/2006/relationships/theme" Target="theme/theme1.xml" /><Relationship Id="rId44" Type="http://schemas.openxmlformats.org/officeDocument/2006/relationships/viewProps" Target="viewProps.xml" /><Relationship Id="rId43"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September 30, 2020</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2026-10-05T01:22:56Z</dcterms:created>
  <dcterms:modified xsi:type="dcterms:W3CDTF">2026-10-05T01:22:56Z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