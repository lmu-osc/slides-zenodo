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4.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2020-09-30</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3568700" y="863600"/>
            <a:ext cx="5105400" cy="3060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sz="half"/>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4648200" y="1930400"/>
            <a:ext cx="4038600" cy="142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Copyright: © FastArcher.</a:t>
            </a:r>
          </a:p>
        </p:txBody>
      </p:sp>
      <p:sp>
        <p:nvSpPr>
          <p:cNvPr id="4" name="Content Placeholder 3"/>
          <p:cNvSpPr>
            <a:spLocks noGrp="1"/>
          </p:cNvSpPr>
          <p:nvPr>
            <p:ph idx="2" sz="half"/>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3568700" y="2108200"/>
            <a:ext cx="5105400" cy="584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3568700" y="1803400"/>
            <a:ext cx="5105400" cy="1181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2026-10-06T06:27:00Z</dcterms:created>
  <dcterms:modified xsi:type="dcterms:W3CDTF">2026-10-06T06:27:00Z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2020-09-30</vt:lpwstr>
  </property>
  <property fmtid="{D5CDD505-2E9C-101B-9397-08002B2CF9AE}" pid="8" name="footer">
    <vt:lpwstr>hello there footer</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