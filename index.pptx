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478"/>
    <p:restoredTop autoAdjust="0" sz="94693"/>
  </p:normalViewPr>
  <p:slideViewPr>
    <p:cSldViewPr snapToGrid="0" snapToObjects="1">
      <p:cViewPr varScale="1">
        <p:scale>
          <a:sx d="100" n="160"/>
          <a:sy d="100" n="160"/>
        </p:scale>
        <p:origin x="176" y="320"/>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10/6/26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3" name="Date Placeholder 12">
            <a:extLst>
              <a:ext uri="{FF2B5EF4-FFF2-40B4-BE49-F238E27FC236}">
                <a16:creationId xmlns:a16="http://schemas.microsoft.com/office/drawing/2014/main" id="{A98AF039-CAB9-D195-284D-DDC75DFBA39C}"/>
              </a:ext>
            </a:extLst>
          </p:cNvPr>
          <p:cNvSpPr>
            <a:spLocks noGrp="1"/>
          </p:cNvSpPr>
          <p:nvPr>
            <p:ph type="dt" sz="half" idx="10"/>
          </p:nvPr>
        </p:nvSpPr>
        <p:spPr/>
        <p:txBody>
          <a:bodyPr/>
          <a:lstStyle/>
          <a:p>
            <a:pPr algn="ctr"/>
            <a:r>
              <a:rPr lang="en-US"/>
              <a:t>DATE</a:t>
            </a:r>
            <a:endParaRPr lang="en-US" dirty="0"/>
          </a:p>
        </p:txBody>
      </p:sp>
      <p:sp>
        <p:nvSpPr>
          <p:cNvPr id="14" name="Footer Placeholder 13">
            <a:extLst>
              <a:ext uri="{FF2B5EF4-FFF2-40B4-BE49-F238E27FC236}">
                <a16:creationId xmlns:a16="http://schemas.microsoft.com/office/drawing/2014/main" id="{92325642-A61C-3078-0A08-00C186300EA9}"/>
              </a:ext>
            </a:extLst>
          </p:cNvPr>
          <p:cNvSpPr>
            <a:spLocks noGrp="1"/>
          </p:cNvSpPr>
          <p:nvPr>
            <p:ph type="ftr" sz="quarter" idx="11"/>
          </p:nvPr>
        </p:nvSpPr>
        <p:spPr/>
        <p:txBody>
          <a:bodyPr/>
          <a:lstStyle/>
          <a:p>
            <a:r>
              <a:rPr lang="en-US"/>
              <a:t>© LMU Open Science Center</a:t>
            </a:r>
            <a:endParaRPr lang="en-US" dirty="0"/>
          </a:p>
        </p:txBody>
      </p:sp>
      <p:sp>
        <p:nvSpPr>
          <p:cNvPr id="15" name="Slide Number Placeholder 14">
            <a:extLst>
              <a:ext uri="{FF2B5EF4-FFF2-40B4-BE49-F238E27FC236}">
                <a16:creationId xmlns:a16="http://schemas.microsoft.com/office/drawing/2014/main" id="{68E9BE78-1F37-C669-71F3-F3AC2F8BB49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1" name="Date Placeholder 10">
            <a:extLst>
              <a:ext uri="{FF2B5EF4-FFF2-40B4-BE49-F238E27FC236}">
                <a16:creationId xmlns:a16="http://schemas.microsoft.com/office/drawing/2014/main" id="{CE3B72D0-0A08-8401-1102-DC8B6D528889}"/>
              </a:ext>
            </a:extLst>
          </p:cNvPr>
          <p:cNvSpPr>
            <a:spLocks noGrp="1"/>
          </p:cNvSpPr>
          <p:nvPr>
            <p:ph type="dt" sz="half" idx="10"/>
          </p:nvPr>
        </p:nvSpPr>
        <p:spPr/>
        <p:txBody>
          <a:bodyPr/>
          <a:lstStyle/>
          <a:p>
            <a:pPr algn="ctr"/>
            <a:r>
              <a:rPr lang="en-US"/>
              <a:t>DATE</a:t>
            </a:r>
            <a:endParaRPr lang="en-US" dirty="0"/>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CA956807-87AD-1B61-6635-A4BD697312DD}"/>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A848E190-73C6-8A24-D8B9-FC7B080DD00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DB9C105D-2DC4-B9F4-C1FE-2CAFAE38DB0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B6159A58-99BB-FD20-30B4-B65A749EE7DB}"/>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8" name="Date Placeholder 7">
            <a:extLst>
              <a:ext uri="{FF2B5EF4-FFF2-40B4-BE49-F238E27FC236}">
                <a16:creationId xmlns:a16="http://schemas.microsoft.com/office/drawing/2014/main" id="{58100809-C7AD-AA37-7E54-5E07B4142DB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780EC85D-71EC-E3EF-4192-AAB31D7B0AC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4" name="Date Placeholder 3">
            <a:extLst>
              <a:ext uri="{FF2B5EF4-FFF2-40B4-BE49-F238E27FC236}">
                <a16:creationId xmlns:a16="http://schemas.microsoft.com/office/drawing/2014/main" id="{B77221D3-5266-DD6F-83AC-F0960F93CB40}"/>
              </a:ext>
            </a:extLst>
          </p:cNvPr>
          <p:cNvSpPr>
            <a:spLocks noGrp="1"/>
          </p:cNvSpPr>
          <p:nvPr>
            <p:ph type="dt" sz="half" idx="10"/>
          </p:nvPr>
        </p:nvSpPr>
        <p:spPr/>
        <p:txBody>
          <a:bodyPr/>
          <a:lstStyle/>
          <a:p>
            <a:pPr algn="ctr"/>
            <a:r>
              <a:rPr lang="en-US"/>
              <a:t>DATE</a:t>
            </a:r>
            <a:endParaRPr lang="en-US" dirty="0"/>
          </a:p>
        </p:txBody>
      </p:sp>
      <p:sp>
        <p:nvSpPr>
          <p:cNvPr id="5" name="Footer Placeholder 4">
            <a:extLst>
              <a:ext uri="{FF2B5EF4-FFF2-40B4-BE49-F238E27FC236}">
                <a16:creationId xmlns:a16="http://schemas.microsoft.com/office/drawing/2014/main" id="{DDEB8BF7-B98F-B2C1-BBC4-836DAD84D3E3}"/>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65B4E053-B4BD-4273-20F1-F1F6E73ED32B}"/>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3" name="Date Placeholder 2">
            <a:extLst>
              <a:ext uri="{FF2B5EF4-FFF2-40B4-BE49-F238E27FC236}">
                <a16:creationId xmlns:a16="http://schemas.microsoft.com/office/drawing/2014/main" id="{A524AD1A-09DE-80F2-211E-50D2602CBB2F}"/>
              </a:ext>
            </a:extLst>
          </p:cNvPr>
          <p:cNvSpPr>
            <a:spLocks noGrp="1"/>
          </p:cNvSpPr>
          <p:nvPr>
            <p:ph type="dt" sz="half" idx="10"/>
          </p:nvPr>
        </p:nvSpPr>
        <p:spPr/>
        <p:txBody>
          <a:bodyPr/>
          <a:lstStyle/>
          <a:p>
            <a:pPr algn="ctr"/>
            <a:r>
              <a:rPr lang="en-US"/>
              <a:t>DATE</a:t>
            </a:r>
            <a:endParaRPr lang="en-US" dirty="0"/>
          </a:p>
        </p:txBody>
      </p:sp>
      <p:sp>
        <p:nvSpPr>
          <p:cNvPr id="4" name="Footer Placeholder 3">
            <a:extLst>
              <a:ext uri="{FF2B5EF4-FFF2-40B4-BE49-F238E27FC236}">
                <a16:creationId xmlns:a16="http://schemas.microsoft.com/office/drawing/2014/main" id="{C64D603C-1DE0-937A-1F64-CF31D2545F5B}"/>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659CFA45-E807-CF9C-9148-21ED45D59DB5}"/>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200" b="1"/>
            </a:lvl1pPr>
          </a:lstStyle>
          <a:p>
            <a:r>
              <a:rPr lang="en-US" dirty="0"/>
              <a:t>Click to edit Master title style</a:t>
            </a:r>
          </a:p>
        </p:txBody>
      </p:sp>
      <p:sp>
        <p:nvSpPr>
          <p:cNvPr id="3" name="Content Placeholder 2"/>
          <p:cNvSpPr>
            <a:spLocks noGrp="1"/>
          </p:cNvSpPr>
          <p:nvPr>
            <p:ph idx="1"/>
          </p:nvPr>
        </p:nvSpPr>
        <p:spPr>
          <a:xfrm>
            <a:off x="4766733" y="1435100"/>
            <a:ext cx="6815667" cy="4691065"/>
          </a:xfrm>
        </p:spPr>
        <p:txBody>
          <a:bodyPr anchor="ctr"/>
          <a:lstStyle>
            <a:lvl1pPr>
              <a:defRPr sz="22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6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 Master text styles</a:t>
            </a:r>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4D4823E0-4AC4-556E-D341-7EC0B24627F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DA033808-7DA7-BCE5-7841-A080B9791E38}"/>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dirty="0"/>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BEDD9C9F-3905-36C7-15CB-BACF4406BE2F}"/>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FB50E993-3E74-7605-4B1C-089FC5994AF0}"/>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AA2A021D-E01D-7241-598C-56E146616C09}"/>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D2DF6E15-AA63-3763-7F86-DACADBA35FC9}"/>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2FD9BD05-D78E-3984-8BF6-5DC5BAB2C98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4583088-CCF2-B670-1C52-71D2A0DA5FBC}"/>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5BF45B85-27C4-5A2F-EC81-52FBC9699338}"/>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8F83EC60-CE7B-06F0-476B-80CB9CE1F2F7}"/>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A9AB982-9F02-36B3-80ED-6CFB05C75363}"/>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9763932"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fld id="{C5EF2332-01BF-834F-8236-50238282D533}" type="slidenum">
              <a:rPr lang="en-US" smtClean="0"/>
              <a:pPr/>
              <a:t>‹#›</a:t>
            </a:fld>
            <a:endParaRPr dirty="0" lang="en-US"/>
          </a:p>
        </p:txBody>
      </p:sp>
      <p:pic>
        <p:nvPicPr>
          <p:cNvPr id="7" name="Graphic 6">
            <a:extLst>
              <a:ext uri="{FF2B5EF4-FFF2-40B4-BE49-F238E27FC236}">
                <a16:creationId xmlns:a16="http://schemas.microsoft.com/office/drawing/2014/main" id="{30C9838F-E9D5-154A-4897-DCE30A8465B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203200" y="6300320"/>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200">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5.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Tejaswini Sharma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4762500" y="1435100"/>
          <a:ext cx="6807200" cy="4686300"/>
        </p:xfrm>
        <a:graphic>
          <a:graphicData uri="http://schemas.openxmlformats.org/drawingml/2006/table">
            <a:tbl>
              <a:tblPr firstRow="1" bandRow="1">
                <a:tableStyleId>{5C22544A-7EE6-4342-B048-85BDC9FD1C3A}</a:tableStyleId>
              </a:tblPr>
              <a:tblGrid>
                <a:gridCol w="2273300"/>
                <a:gridCol w="2273300"/>
                <a:gridCol w="22733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October 6,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4762500" y="1739900"/>
            <a:ext cx="6807200" cy="40767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October 6,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sz="half"/>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6197600" y="2667000"/>
            <a:ext cx="5384800" cy="1892300"/>
          </a:xfrm>
          <a:prstGeom prst="rect">
            <a:avLst/>
          </a:prstGeom>
          <a:noFill/>
          <a:ln w="9525">
            <a:noFill/>
            <a:headEnd/>
            <a:tailEnd/>
          </a:ln>
        </p:spPr>
      </p:pic>
      <p:sp>
        <p:nvSpPr>
          <p:cNvPr id="1" name="TextBox 3"/>
          <p:cNvSpPr txBox="1"/>
          <p:nvPr>
            <p:ph idx="1"/>
          </p:nvPr>
        </p:nvSpPr>
        <p:spPr>
          <a:xfrm>
            <a:off x="6197600" y="5613400"/>
            <a:ext cx="5384800" cy="508000"/>
          </a:xfrm>
          <a:prstGeom prst="rect">
            <a:avLst/>
          </a:prstGeom>
          <a:noFill/>
        </p:spPr>
        <p:txBody>
          <a:bodyPr/>
          <a:lstStyle/>
          <a:p>
            <a:pPr lvl="0" indent="0" marL="0" algn="ctr">
              <a:buNone/>
            </a:pPr>
            <a:r>
              <a:rPr/>
              <a:t>Copyright: © FastArcher.</a:t>
            </a:r>
          </a:p>
        </p:txBody>
      </p:sp>
      <p:sp>
        <p:nvSpPr>
          <p:cNvPr id="4" name="Content Placeholder 3"/>
          <p:cNvSpPr>
            <a:spLocks noGrp="1"/>
          </p:cNvSpPr>
          <p:nvPr>
            <p:ph idx="2" sz="half"/>
          </p:nvPr>
        </p:nvSpPr>
        <p:spPr/>
        <p:txBody>
          <a:bodyPr/>
          <a:lstStyle/>
          <a:p>
            <a:pPr lvl="0" indent="0" marL="0">
              <a:buNone/>
            </a:pPr>
            <a:r>
              <a:rPr/>
              <a:t>Thus, you need to </a:t>
            </a:r>
            <a:r>
              <a:rPr b="1"/>
              <a:t>cite</a:t>
            </a:r>
            <a:r>
              <a:rPr/>
              <a:t> the source of your knowledge; in this case, a scientific paper.</a:t>
            </a:r>
          </a:p>
        </p:txBody>
      </p:sp>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October 6, 2020</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762500" y="3390900"/>
            <a:ext cx="6807200" cy="7747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October 6,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4762500" y="2984500"/>
            <a:ext cx="6807200" cy="15748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October 6,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63084" y="3166963"/>
            <a:ext cx="10363200" cy="1362075"/>
          </a:xfrm>
        </p:spPr>
        <p:txBody>
          <a:bodyPr/>
          <a:lstStyle/>
          <a:p>
            <a:pPr lvl="0" indent="0" marL="0">
              <a:buNone/>
            </a:pPr>
            <a:r>
              <a:rPr/>
              <a:t>Brief overview of Zotero</a:t>
            </a:r>
          </a:p>
        </p:txBody>
      </p:sp>
      <p:sp>
        <p:nvSpPr>
          <p:cNvPr id="5" name="Date Placeholder 4">
            <a:extLst>
              <a:ext uri="{FF2B5EF4-FFF2-40B4-BE49-F238E27FC236}">
                <a16:creationId xmlns:a16="http://schemas.microsoft.com/office/drawing/2014/main" id="{CA956807-87AD-1B61-6635-A4BD697312DD}"/>
              </a:ext>
            </a:extLst>
          </p:cNvPr>
          <p:cNvSpPr>
            <a:spLocks noGrp="1"/>
          </p:cNvSpPr>
          <p:nvPr>
            <p:ph idx="10" sz="half" type="dt"/>
          </p:nvPr>
        </p:nvSpPr>
        <p:spPr/>
        <p:txBody>
          <a:bodyPr/>
          <a:lstStyle/>
          <a:p>
            <a:pPr algn="ctr"/>
            <a:r>
              <a:rPr lang="en-US"/>
              <a:t>October 6, 2020</a:t>
            </a:r>
            <a:endParaRPr dirty="0" lang="en-US"/>
          </a:p>
        </p:txBody>
      </p:sp>
      <p:sp>
        <p:nvSpPr>
          <p:cNvPr id="6" name="Footer Placeholder 5">
            <a:extLst>
              <a:ext uri="{FF2B5EF4-FFF2-40B4-BE49-F238E27FC236}">
                <a16:creationId xmlns:a16="http://schemas.microsoft.com/office/drawing/2014/main" id="{A848E190-73C6-8A24-D8B9-FC7B080DD00D}"/>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311400" y="1600200"/>
            <a:ext cx="75692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457189" marL="457189">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189" marL="457189">
              <a:buAutoNum startAt="2" type="arabicPeriod"/>
            </a:pPr>
            <a:r>
              <a:rPr b="1"/>
              <a:t>Share your thoughts with the group.</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2026-10-06T08:21:04Z</dcterms:created>
  <dcterms:modified xsi:type="dcterms:W3CDTF">2026-10-06T08:21:04Z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October 6,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vealjs-plugins">
    <vt:lpwstr/>
  </property>
  <property fmtid="{D5CDD505-2E9C-101B-9397-08002B2CF9AE}" pid="14" name="toc-title">
    <vt:lpwstr>Table of contents</vt:lpwstr>
  </property>
</Properties>
</file>