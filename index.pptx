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739900"/>
            <a:ext cx="6807200" cy="4076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sz="half"/>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6197600" y="2667000"/>
            <a:ext cx="5384800" cy="1892300"/>
          </a:xfrm>
          <a:prstGeom prst="rect">
            <a:avLst/>
          </a:prstGeom>
          <a:noFill/>
          <a:ln w="9525">
            <a:noFill/>
            <a:headEnd/>
            <a:tailEnd/>
          </a:ln>
        </p:spPr>
      </p:pic>
      <p:sp>
        <p:nvSpPr>
          <p:cNvPr id="1" name="TextBox 3"/>
          <p:cNvSpPr txBox="1"/>
          <p:nvPr>
            <p:ph idx="1"/>
          </p:nvPr>
        </p:nvSpPr>
        <p:spPr>
          <a:xfrm>
            <a:off x="6197600" y="5613400"/>
            <a:ext cx="5384800" cy="508000"/>
          </a:xfrm>
          <a:prstGeom prst="rect">
            <a:avLst/>
          </a:prstGeom>
          <a:noFill/>
        </p:spPr>
        <p:txBody>
          <a:bodyPr/>
          <a:lstStyle/>
          <a:p>
            <a:pPr lvl="0" indent="0" marL="0" algn="ctr">
              <a:buNone/>
            </a:pPr>
            <a:r>
              <a:rPr/>
              <a:t>Copyright: © FastArcher.</a:t>
            </a:r>
          </a:p>
        </p:txBody>
      </p:sp>
      <p:sp>
        <p:nvSpPr>
          <p:cNvPr id="4" name="Content Placeholder 3"/>
          <p:cNvSpPr>
            <a:spLocks noGrp="1"/>
          </p:cNvSpPr>
          <p:nvPr>
            <p:ph idx="2" sz="half"/>
          </p:nvPr>
        </p:nvSpPr>
        <p:spPr/>
        <p:txBody>
          <a:bodyPr/>
          <a:lstStyle/>
          <a:p>
            <a:pPr lvl="0" indent="0" marL="0">
              <a:buNone/>
            </a:pPr>
            <a:r>
              <a:rPr/>
              <a:t>Thus, you need to </a:t>
            </a:r>
            <a:r>
              <a:rPr b="1"/>
              <a:t>cite</a:t>
            </a:r>
            <a:r>
              <a:rPr/>
              <a:t> the source of your knowledge; in this case, a scientific paper.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3390900"/>
            <a:ext cx="6807200" cy="774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984500"/>
            <a:ext cx="6807200" cy="15748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5" name="Date Placeholder 4">
            <a:extLst>
              <a:ext uri="{FF2B5EF4-FFF2-40B4-BE49-F238E27FC236}">
                <a16:creationId xmlns:a16="http://schemas.microsoft.com/office/drawing/2014/main" id="{CA956807-87AD-1B61-6635-A4BD697312DD}"/>
              </a:ext>
            </a:extLst>
          </p:cNvPr>
          <p:cNvSpPr>
            <a:spLocks noGrp="1"/>
          </p:cNvSpPr>
          <p:nvPr>
            <p:ph idx="10" sz="half" type="dt"/>
          </p:nvPr>
        </p:nvSpPr>
        <p:spPr/>
        <p:txBody>
          <a:bodyPr/>
          <a:lstStyle/>
          <a:p>
            <a:pPr algn="ctr"/>
            <a:r>
              <a:rPr lang="en-US"/>
              <a:t>October 6, 2020</a:t>
            </a:r>
            <a:endParaRPr dirty="0" lang="en-US"/>
          </a:p>
        </p:txBody>
      </p:sp>
      <p:sp>
        <p:nvSpPr>
          <p:cNvPr id="6" name="Footer Placeholder 5">
            <a:extLst>
              <a:ext uri="{FF2B5EF4-FFF2-40B4-BE49-F238E27FC236}">
                <a16:creationId xmlns:a16="http://schemas.microsoft.com/office/drawing/2014/main" id="{A848E190-73C6-8A24-D8B9-FC7B080DD00D}"/>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2026-10-06T08:10:06Z</dcterms:created>
  <dcterms:modified xsi:type="dcterms:W3CDTF">2026-10-06T08:10:06Z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October 6,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vealjs-plugins">
    <vt:lpwstr/>
  </property>
  <property fmtid="{D5CDD505-2E9C-101B-9397-08002B2CF9AE}" pid="14" name="toc-title">
    <vt:lpwstr>Table of contents</vt:lpwstr>
  </property>
</Properties>
</file>