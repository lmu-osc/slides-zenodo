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algn="l" defTabSz="609585" eaLnBrk="1" hangingPunct="1" latinLnBrk="0" marL="0" rtl="0">
      <a:defRPr kern="1200" sz="2400">
        <a:solidFill>
          <a:schemeClr val="tx1"/>
        </a:solidFill>
        <a:latin typeface="+mn-lt"/>
        <a:ea typeface="+mn-ea"/>
        <a:cs typeface="+mn-cs"/>
      </a:defRPr>
    </a:lvl1pPr>
    <a:lvl2pPr algn="l" defTabSz="609585" eaLnBrk="1" hangingPunct="1" latinLnBrk="0" marL="609585" rtl="0">
      <a:defRPr kern="1200" sz="2400">
        <a:solidFill>
          <a:schemeClr val="tx1"/>
        </a:solidFill>
        <a:latin typeface="+mn-lt"/>
        <a:ea typeface="+mn-ea"/>
        <a:cs typeface="+mn-cs"/>
      </a:defRPr>
    </a:lvl2pPr>
    <a:lvl3pPr algn="l" defTabSz="609585" eaLnBrk="1" hangingPunct="1" latinLnBrk="0" marL="1219170" rtl="0">
      <a:defRPr kern="1200" sz="2400">
        <a:solidFill>
          <a:schemeClr val="tx1"/>
        </a:solidFill>
        <a:latin typeface="+mn-lt"/>
        <a:ea typeface="+mn-ea"/>
        <a:cs typeface="+mn-cs"/>
      </a:defRPr>
    </a:lvl3pPr>
    <a:lvl4pPr algn="l" defTabSz="609585" eaLnBrk="1" hangingPunct="1" latinLnBrk="0" marL="1828754" rtl="0">
      <a:defRPr kern="1200" sz="2400">
        <a:solidFill>
          <a:schemeClr val="tx1"/>
        </a:solidFill>
        <a:latin typeface="+mn-lt"/>
        <a:ea typeface="+mn-ea"/>
        <a:cs typeface="+mn-cs"/>
      </a:defRPr>
    </a:lvl4pPr>
    <a:lvl5pPr algn="l" defTabSz="609585" eaLnBrk="1" hangingPunct="1" latinLnBrk="0" marL="2438339" rtl="0">
      <a:defRPr kern="1200" sz="2400">
        <a:solidFill>
          <a:schemeClr val="tx1"/>
        </a:solidFill>
        <a:latin typeface="+mn-lt"/>
        <a:ea typeface="+mn-ea"/>
        <a:cs typeface="+mn-cs"/>
      </a:defRPr>
    </a:lvl5pPr>
    <a:lvl6pPr algn="l" defTabSz="609585" eaLnBrk="1" hangingPunct="1" latinLnBrk="0" marL="3047924" rtl="0">
      <a:defRPr kern="1200" sz="2400">
        <a:solidFill>
          <a:schemeClr val="tx1"/>
        </a:solidFill>
        <a:latin typeface="+mn-lt"/>
        <a:ea typeface="+mn-ea"/>
        <a:cs typeface="+mn-cs"/>
      </a:defRPr>
    </a:lvl6pPr>
    <a:lvl7pPr algn="l" defTabSz="609585" eaLnBrk="1" hangingPunct="1" latinLnBrk="0" marL="3657509" rtl="0">
      <a:defRPr kern="1200" sz="2400">
        <a:solidFill>
          <a:schemeClr val="tx1"/>
        </a:solidFill>
        <a:latin typeface="+mn-lt"/>
        <a:ea typeface="+mn-ea"/>
        <a:cs typeface="+mn-cs"/>
      </a:defRPr>
    </a:lvl7pPr>
    <a:lvl8pPr algn="l" defTabSz="609585" eaLnBrk="1" hangingPunct="1" latinLnBrk="0" marL="4267093" rtl="0">
      <a:defRPr kern="1200" sz="2400">
        <a:solidFill>
          <a:schemeClr val="tx1"/>
        </a:solidFill>
        <a:latin typeface="+mn-lt"/>
        <a:ea typeface="+mn-ea"/>
        <a:cs typeface="+mn-cs"/>
      </a:defRPr>
    </a:lvl8pPr>
    <a:lvl9pPr algn="l" defTabSz="609585" eaLnBrk="1" hangingPunct="1" latinLnBrk="0" marL="4876678" rtl="0">
      <a:defRPr kern="1200" sz="24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B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8370"/>
    <p:restoredTop autoAdjust="0" sz="94697"/>
  </p:normalViewPr>
  <p:slideViewPr>
    <p:cSldViewPr snapToGrid="0" snapToObjects="1">
      <p:cViewPr varScale="1">
        <p:scale>
          <a:sx d="100" n="104"/>
          <a:sy d="100" n="104"/>
        </p:scale>
        <p:origin x="224" y="464"/>
      </p:cViewPr>
      <p:guideLst>
        <p:guide orient="horz" pos="2160"/>
        <p:guide pos="384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7" name="Date Placeholder 6">
            <a:extLst>
              <a:ext uri="{FF2B5EF4-FFF2-40B4-BE49-F238E27FC236}">
                <a16:creationId xmlns:a16="http://schemas.microsoft.com/office/drawing/2014/main" id="{061B09C1-B224-518F-0685-9136C57B0AAB}"/>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DF1B80E6-457B-EDED-0211-B71E2739445B}"/>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9A738F11-4DF9-41BE-57C0-5A8B98080E05}"/>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0616AEA6-DD6E-40D4-2DDA-E355C068ABA2}"/>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7695D47B-82BE-FA8D-B3D0-43C1EF89F98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166963"/>
            <a:ext cx="10363200" cy="1362075"/>
          </a:xfrm>
        </p:spPr>
        <p:txBody>
          <a:bodyPr anchor="t"/>
          <a:lstStyle>
            <a:lvl1pPr algn="l">
              <a:defRPr sz="3733" b="1" cap="none"/>
            </a:lvl1pPr>
          </a:lstStyle>
          <a:p>
            <a:r>
              <a:rPr lang="en-US" dirty="0"/>
              <a:t>Click to edit master title style</a:t>
            </a:r>
          </a:p>
        </p:txBody>
      </p:sp>
      <p:sp>
        <p:nvSpPr>
          <p:cNvPr id="3" name="Text Placeholder 2"/>
          <p:cNvSpPr>
            <a:spLocks noGrp="1"/>
          </p:cNvSpPr>
          <p:nvPr>
            <p:ph type="body" idx="1"/>
          </p:nvPr>
        </p:nvSpPr>
        <p:spPr>
          <a:xfrm>
            <a:off x="963084" y="1611879"/>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7A3D4B62-A9D4-A224-853C-F47B5EEC33A2}"/>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FC227C7C-21CB-0721-ADC3-A51EEAD51D56}"/>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E630E53C-392D-BD97-174E-961B24066A76}"/>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64D8B8CE-DBC2-402F-F776-7642508B65A2}"/>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3BFD42A-B99F-B332-F96E-677E56BC9A77}"/>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E7917CDB-D8CE-FB9A-9950-24117F9B85CA}"/>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761EF569-90C9-0E39-2DB2-EBF7BACC7581}"/>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964C6C71-8D4C-B542-9542-DE3F868C8BC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6779744-BA8A-1AED-290E-865E62914D1E}"/>
              </a:ext>
            </a:extLst>
          </p:cNvPr>
          <p:cNvSpPr>
            <a:spLocks noGrp="1"/>
          </p:cNvSpPr>
          <p:nvPr>
            <p:ph type="dt" sz="half" idx="10"/>
          </p:nvPr>
        </p:nvSpPr>
        <p:spPr/>
        <p:txBody>
          <a:bodyPr/>
          <a:lstStyle/>
          <a:p>
            <a:pPr algn="ctr"/>
            <a:r>
              <a:rPr lang="en-US"/>
              <a:t>DATE</a:t>
            </a:r>
            <a:endParaRPr lang="en-US" dirty="0"/>
          </a:p>
        </p:txBody>
      </p:sp>
      <p:sp>
        <p:nvSpPr>
          <p:cNvPr id="11" name="Footer Placeholder 10">
            <a:extLst>
              <a:ext uri="{FF2B5EF4-FFF2-40B4-BE49-F238E27FC236}">
                <a16:creationId xmlns:a16="http://schemas.microsoft.com/office/drawing/2014/main" id="{1848E229-50B2-977A-CF44-3D42D1183372}"/>
              </a:ext>
            </a:extLst>
          </p:cNvPr>
          <p:cNvSpPr>
            <a:spLocks noGrp="1"/>
          </p:cNvSpPr>
          <p:nvPr>
            <p:ph type="ftr" sz="quarter" idx="11"/>
          </p:nvPr>
        </p:nvSpPr>
        <p:spPr/>
        <p:txBody>
          <a:bodyPr/>
          <a:lstStyle/>
          <a:p>
            <a:r>
              <a:rPr lang="en-US"/>
              <a:t>© LMU Open Science Center</a:t>
            </a:r>
            <a:endParaRPr lang="en-US" dirty="0"/>
          </a:p>
        </p:txBody>
      </p:sp>
      <p:sp>
        <p:nvSpPr>
          <p:cNvPr id="12" name="Slide Number Placeholder 11">
            <a:extLst>
              <a:ext uri="{FF2B5EF4-FFF2-40B4-BE49-F238E27FC236}">
                <a16:creationId xmlns:a16="http://schemas.microsoft.com/office/drawing/2014/main" id="{20842B77-B6EE-65F3-DC92-E2534256F029}"/>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7" name="Rectangle 6">
            <a:extLst>
              <a:ext uri="{FF2B5EF4-FFF2-40B4-BE49-F238E27FC236}">
                <a16:creationId xmlns:a16="http://schemas.microsoft.com/office/drawing/2014/main" id="{178081C7-8D63-717B-E81C-FB6B04A7D54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Date Placeholder 5">
            <a:extLst>
              <a:ext uri="{FF2B5EF4-FFF2-40B4-BE49-F238E27FC236}">
                <a16:creationId xmlns:a16="http://schemas.microsoft.com/office/drawing/2014/main" id="{EBAFF52C-BDE9-B757-3F2E-97BB80768043}"/>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E5405DF6-2DBE-DEB9-2870-BF132FA011E6}"/>
              </a:ext>
            </a:extLst>
          </p:cNvPr>
          <p:cNvSpPr>
            <a:spLocks noGrp="1"/>
          </p:cNvSpPr>
          <p:nvPr>
            <p:ph type="ftr" sz="quarter" idx="11"/>
          </p:nvPr>
        </p:nvSpPr>
        <p:spPr/>
        <p:txBody>
          <a:bodyPr/>
          <a:lstStyle/>
          <a:p>
            <a:r>
              <a:rPr lang="en-US"/>
              <a:t>© LMU Open Science Center</a:t>
            </a:r>
            <a:endParaRPr lang="en-US" dirty="0"/>
          </a:p>
        </p:txBody>
      </p:sp>
      <p:sp>
        <p:nvSpPr>
          <p:cNvPr id="8" name="Slide Number Placeholder 7">
            <a:extLst>
              <a:ext uri="{FF2B5EF4-FFF2-40B4-BE49-F238E27FC236}">
                <a16:creationId xmlns:a16="http://schemas.microsoft.com/office/drawing/2014/main" id="{2168DBF4-2CFD-1E51-8AC7-982150A40374}"/>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3" name="Rectangle 2">
            <a:extLst>
              <a:ext uri="{FF2B5EF4-FFF2-40B4-BE49-F238E27FC236}">
                <a16:creationId xmlns:a16="http://schemas.microsoft.com/office/drawing/2014/main" id="{BCEB6D96-52B9-49DF-A40F-D3028B8FC97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09DEAED-D9B3-6E1B-0491-58CD791C90BA}"/>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77F0CD55-CE9E-DB6C-0EC3-1B10A9E5C45B}"/>
              </a:ext>
            </a:extLst>
          </p:cNvPr>
          <p:cNvSpPr>
            <a:spLocks noGrp="1"/>
          </p:cNvSpPr>
          <p:nvPr>
            <p:ph type="ftr" sz="quarter" idx="11"/>
          </p:nvPr>
        </p:nvSpPr>
        <p:spPr/>
        <p:txBody>
          <a:bodyPr/>
          <a:lstStyle/>
          <a:p>
            <a:r>
              <a:rPr lang="en-US"/>
              <a:t>© LMU Open Science Center</a:t>
            </a:r>
            <a:endParaRPr lang="en-US" dirty="0"/>
          </a:p>
        </p:txBody>
      </p:sp>
      <p:sp>
        <p:nvSpPr>
          <p:cNvPr id="7" name="Slide Number Placeholder 6">
            <a:extLst>
              <a:ext uri="{FF2B5EF4-FFF2-40B4-BE49-F238E27FC236}">
                <a16:creationId xmlns:a16="http://schemas.microsoft.com/office/drawing/2014/main" id="{E9FEDD56-48D3-8D4B-FA52-B62AB7006E2A}"/>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2" name="Rectangle 1">
            <a:extLst>
              <a:ext uri="{FF2B5EF4-FFF2-40B4-BE49-F238E27FC236}">
                <a16:creationId xmlns:a16="http://schemas.microsoft.com/office/drawing/2014/main" id="{7EF01941-7737-2934-6952-CCA6B638ACA0}"/>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E6D5126F-053F-910F-7F76-D928AC61372D}"/>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8EEF7D04-FF72-0698-CE48-A9A4F70D774F}"/>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2F13ACB6-AD35-166A-7095-CE78FB7C65DC}"/>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29EE7C5F-ABAD-CC52-7A14-40327B8307C5}"/>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DB013600-FEC1-B326-2FA5-44299E5168AB}"/>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15CA6B3C-BACA-8A65-B5EF-54019213DBD8}"/>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5" name="Rectangle 4">
            <a:extLst>
              <a:ext uri="{FF2B5EF4-FFF2-40B4-BE49-F238E27FC236}">
                <a16:creationId xmlns:a16="http://schemas.microsoft.com/office/drawing/2014/main" id="{31D6DC9D-A966-EA21-E561-10535CC769C8}"/>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33ABB9-0FD6-00F4-2186-D3425C9073F8}"/>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2CF2A15A-E38D-BBA2-F6E5-F54E8EE4FC5E}"/>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C752F930-079C-2B09-0620-3D5F46770B5E}"/>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8AB907D2-6A5F-9B5B-F5B4-C4FEA6389021}"/>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35559A-56D2-4FD7-4D20-D71F4C8215E0}"/>
              </a:ext>
            </a:extLst>
          </p:cNvPr>
          <p:cNvSpPr>
            <a:spLocks noGrp="1"/>
          </p:cNvSpPr>
          <p:nvPr>
            <p:ph type="dt" sz="half" idx="10"/>
          </p:nvPr>
        </p:nvSpPr>
        <p:spPr/>
        <p:txBody>
          <a:bodyPr/>
          <a:lstStyle/>
          <a:p>
            <a:pPr algn="ctr"/>
            <a:r>
              <a:rPr lang="en-US"/>
              <a:t>DATE</a:t>
            </a:r>
            <a:endParaRPr lang="en-US" dirty="0"/>
          </a:p>
        </p:txBody>
      </p:sp>
      <p:sp>
        <p:nvSpPr>
          <p:cNvPr id="8" name="Footer Placeholder 7">
            <a:extLst>
              <a:ext uri="{FF2B5EF4-FFF2-40B4-BE49-F238E27FC236}">
                <a16:creationId xmlns:a16="http://schemas.microsoft.com/office/drawing/2014/main" id="{4E340C61-838A-D2E9-36F0-C1EB6496D16C}"/>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C0F46CA0-DC5C-0E94-9C04-A3785DB5CE53}"/>
              </a:ext>
            </a:extLst>
          </p:cNvPr>
          <p:cNvSpPr>
            <a:spLocks noGrp="1"/>
          </p:cNvSpPr>
          <p:nvPr>
            <p:ph type="sldNum" sz="quarter" idx="12"/>
          </p:nvPr>
        </p:nvSpPr>
        <p:spPr/>
        <p:txBody>
          <a:bodyPr/>
          <a:lstStyle/>
          <a:p>
            <a:pPr algn="ctr"/>
            <a:r>
              <a:rPr lang="en-US"/>
              <a:t>Slide </a:t>
            </a:r>
            <a:fld id="{C5EF2332-01BF-834F-8236-50238282D533}" type="slidenum">
              <a:rPr lang="en-US" smtClean="0"/>
              <a:pPr algn="ctr"/>
              <a:t>‹#›</a:t>
            </a:fld>
            <a:endParaRPr lang="en-US" dirty="0"/>
          </a:p>
        </p:txBody>
      </p:sp>
      <p:sp>
        <p:nvSpPr>
          <p:cNvPr id="4" name="Rectangle 3">
            <a:extLst>
              <a:ext uri="{FF2B5EF4-FFF2-40B4-BE49-F238E27FC236}">
                <a16:creationId xmlns:a16="http://schemas.microsoft.com/office/drawing/2014/main" id="{304BE907-8A33-EAC8-E40E-042F62D8A32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sv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84148"/>
            <a:ext cx="10972800" cy="1143000"/>
          </a:xfrm>
          <a:prstGeom prst="rect">
            <a:avLst/>
          </a:prstGeom>
        </p:spPr>
        <p:txBody>
          <a:bodyPr anchor="b"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2660973" y="6365491"/>
            <a:ext cx="1818468" cy="298452"/>
          </a:xfrm>
          <a:prstGeom prst="rect">
            <a:avLst/>
          </a:prstGeom>
        </p:spPr>
        <p:txBody>
          <a:bodyPr anchor="ctr" bIns="45720" lIns="91440" rIns="91440" rtlCol="0" tIns="45720" vert="horz"/>
          <a:lstStyle>
            <a:lvl1pPr algn="l">
              <a:defRPr sz="1200">
                <a:solidFill>
                  <a:schemeClr val="tx1">
                    <a:tint val="75000"/>
                  </a:schemeClr>
                </a:solidFill>
              </a:defRPr>
            </a:lvl1pPr>
          </a:lstStyle>
          <a:p>
            <a:pPr algn="ctr"/>
            <a:r>
              <a:rPr lang="en-US"/>
              <a:t>DATE</a:t>
            </a:r>
            <a:endParaRPr dirty="0" lang="en-US"/>
          </a:p>
        </p:txBody>
      </p:sp>
      <p:sp>
        <p:nvSpPr>
          <p:cNvPr id="5" name="Footer Placeholder 4"/>
          <p:cNvSpPr>
            <a:spLocks noGrp="1"/>
          </p:cNvSpPr>
          <p:nvPr>
            <p:ph idx="3" sz="quarter" type="ftr"/>
          </p:nvPr>
        </p:nvSpPr>
        <p:spPr>
          <a:xfrm>
            <a:off x="4722678" y="6365489"/>
            <a:ext cx="2746644" cy="298452"/>
          </a:xfrm>
          <a:prstGeom prst="rect">
            <a:avLst/>
          </a:prstGeom>
        </p:spPr>
        <p:txBody>
          <a:bodyPr anchor="ctr" bIns="45720" lIns="91440" rIns="91440" rtlCol="0" tIns="45720" vert="horz"/>
          <a:lstStyle>
            <a:lvl1pPr algn="ctr">
              <a:defRPr sz="1200">
                <a:solidFill>
                  <a:schemeClr val="tx1">
                    <a:tint val="75000"/>
                  </a:schemeClr>
                </a:solidFill>
              </a:defRPr>
            </a:lvl1pPr>
          </a:lstStyle>
          <a:p>
            <a:r>
              <a:rPr dirty="0" lang="en-US"/>
              <a:t>© LMU Open Science Center</a:t>
            </a:r>
          </a:p>
        </p:txBody>
      </p:sp>
      <p:sp>
        <p:nvSpPr>
          <p:cNvPr id="6" name="Slide Number Placeholder 5"/>
          <p:cNvSpPr>
            <a:spLocks noGrp="1"/>
          </p:cNvSpPr>
          <p:nvPr>
            <p:ph idx="4" sz="quarter" type="sldNum"/>
          </p:nvPr>
        </p:nvSpPr>
        <p:spPr>
          <a:xfrm>
            <a:off x="7712559" y="6365488"/>
            <a:ext cx="1818468" cy="298453"/>
          </a:xfrm>
          <a:prstGeom prst="rect">
            <a:avLst/>
          </a:prstGeom>
        </p:spPr>
        <p:txBody>
          <a:bodyPr anchor="ctr" bIns="45720" lIns="91440" rIns="91440" rtlCol="0" tIns="45720" vert="horz"/>
          <a:lstStyle>
            <a:lvl1pPr algn="r">
              <a:defRPr sz="1200">
                <a:solidFill>
                  <a:schemeClr val="tx1">
                    <a:tint val="75000"/>
                  </a:schemeClr>
                </a:solidFill>
              </a:defRPr>
            </a:lvl1pPr>
          </a:lstStyle>
          <a:p>
            <a:pPr algn="ctr"/>
            <a:r>
              <a:rPr dirty="0" lang="en-US"/>
              <a:t>Slide </a:t>
            </a:r>
            <a:fld id="{C5EF2332-01BF-834F-8236-50238282D533}" type="slidenum">
              <a:rPr lang="en-US" smtClean="0"/>
              <a:pPr algn="ctr"/>
              <a:t>‹#›</a:t>
            </a:fld>
            <a:endParaRPr dirty="0" lang="en-US"/>
          </a:p>
        </p:txBody>
      </p:sp>
      <p:pic>
        <p:nvPicPr>
          <p:cNvPr id="7" name="Graphic 6">
            <a:extLst>
              <a:ext uri="{FF2B5EF4-FFF2-40B4-BE49-F238E27FC236}">
                <a16:creationId xmlns:a16="http://schemas.microsoft.com/office/drawing/2014/main" id="{30C9838F-E9D5-154A-4897-DCE30A8465B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03200" y="6300320"/>
            <a:ext cx="1143429" cy="428785"/>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189" eaLnBrk="1" hangingPunct="1" latinLnBrk="0" rtl="0">
        <a:spcBef>
          <a:spcPct val="0"/>
        </a:spcBef>
        <a:buNone/>
        <a:defRPr b="1" i="0" kern="1200" sz="3200">
          <a:solidFill>
            <a:schemeClr val="tx1"/>
          </a:solidFill>
          <a:latin charset="0" panose="020B0004020202020204" pitchFamily="34" typeface="Aptos ExtraBold"/>
          <a:ea charset="0" panose="020B0604030504040204" pitchFamily="34" typeface="Verdana"/>
          <a:cs charset="0" panose="020B0604030504040204" pitchFamily="34" typeface="Verdana"/>
        </a:defRPr>
      </a:lvl1pPr>
    </p:titleStyle>
    <p:bodyStyle>
      <a:lvl1pPr algn="l" defTabSz="457189" eaLnBrk="1" hangingPunct="1" indent="-457189" latinLnBrk="0" marL="457189" rtl="0">
        <a:spcBef>
          <a:spcPct val="20000"/>
        </a:spcBef>
        <a:buFont charset="0" panose="020B0604020202020204" pitchFamily="34" typeface="Arial"/>
        <a:buChar char="•"/>
        <a:defRPr b="0" i="0" kern="1200" sz="2200">
          <a:solidFill>
            <a:schemeClr val="tx1"/>
          </a:solidFill>
          <a:latin charset="0" panose="020B0004020202020204" pitchFamily="34" typeface="Aptos"/>
          <a:ea charset="0" panose="020B0604030504040204" pitchFamily="34" typeface="Verdana"/>
          <a:cs charset="0" panose="020B0604030504040204" pitchFamily="34" typeface="Verdana"/>
        </a:defRPr>
      </a:lvl1pPr>
      <a:lvl2pPr algn="l" defTabSz="457189" eaLnBrk="1" hangingPunct="1" indent="-461422" latinLnBrk="0" marL="768331" rtl="0">
        <a:spcBef>
          <a:spcPct val="20000"/>
        </a:spcBef>
        <a:buFont charset="2" pitchFamily="2" typeface="Wingdings"/>
        <a:buChar char="§"/>
        <a:tabLst/>
        <a:defRPr b="0" i="0" kern="1200" sz="2000">
          <a:solidFill>
            <a:schemeClr val="tx1"/>
          </a:solidFill>
          <a:latin charset="0" panose="020B0004020202020204" pitchFamily="34" typeface="Aptos"/>
          <a:ea charset="0" panose="020B0604030504040204" pitchFamily="34" typeface="Verdana"/>
          <a:cs charset="0" panose="020B0604030504040204" pitchFamily="34" typeface="Verdana"/>
        </a:defRPr>
      </a:lvl2pPr>
      <a:lvl3pPr algn="l" defTabSz="457189" eaLnBrk="1" hangingPunct="1" indent="-452955" latinLnBrk="0" marL="1149322" rtl="0">
        <a:spcBef>
          <a:spcPct val="20000"/>
        </a:spcBef>
        <a:buFont charset="0" panose="02070309020205020404" pitchFamily="49" typeface="Courier New"/>
        <a:buChar char="o"/>
        <a:tabLst/>
        <a:defRPr b="0" i="0" kern="1200" sz="1800">
          <a:solidFill>
            <a:schemeClr val="tx1"/>
          </a:solidFill>
          <a:latin charset="0" panose="020B0004020202020204" pitchFamily="34" typeface="Aptos"/>
          <a:ea charset="0" panose="020B0604030504040204" pitchFamily="34" typeface="Verdana"/>
          <a:cs charset="0" panose="020B0604030504040204" pitchFamily="34" typeface="Verdana"/>
        </a:defRPr>
      </a:lvl3pPr>
      <a:lvl4pPr algn="l" defTabSz="457189" eaLnBrk="1" hangingPunct="1" indent="-461422" latinLnBrk="0" marL="1600160" rtl="0">
        <a:spcBef>
          <a:spcPct val="20000"/>
        </a:spcBef>
        <a:buFont typeface="Arial"/>
        <a:buChar char="–"/>
        <a:tabLst/>
        <a:defRPr b="0" i="0" kern="1200" sz="1600">
          <a:solidFill>
            <a:schemeClr val="tx1"/>
          </a:solidFill>
          <a:latin charset="0" panose="020B0004020202020204" pitchFamily="34" typeface="Aptos"/>
          <a:ea charset="0" panose="020B0604030504040204" pitchFamily="34" typeface="Verdana"/>
          <a:cs charset="0" panose="020B0604030504040204" pitchFamily="34" typeface="Verdana"/>
        </a:defRPr>
      </a:lvl4pPr>
      <a:lvl5pPr algn="l" defTabSz="457189" eaLnBrk="1" hangingPunct="1" indent="-450839" latinLnBrk="0" marL="1989617" rtl="0">
        <a:spcBef>
          <a:spcPct val="20000"/>
        </a:spcBef>
        <a:buFont typeface="Arial"/>
        <a:buChar char="»"/>
        <a:tabLst/>
        <a:defRPr b="0" i="0" kern="1200" sz="1600">
          <a:solidFill>
            <a:schemeClr val="tx1">
              <a:lumMod val="65000"/>
              <a:lumOff val="35000"/>
            </a:schemeClr>
          </a:solidFill>
          <a:latin charset="0" panose="020B0004020202020204" pitchFamily="34" typeface="Aptos"/>
          <a:ea charset="0" panose="020B0604030504040204" pitchFamily="34" typeface="Verdana"/>
          <a:cs charset="0" panose="020B0604030504040204" pitchFamily="34" typeface="Verdana"/>
        </a:defRPr>
      </a:lvl5pPr>
      <a:lvl6pPr algn="l" defTabSz="457189" eaLnBrk="1" hangingPunct="1" indent="-457189" latinLnBrk="0" marL="2743131" rtl="0">
        <a:spcBef>
          <a:spcPct val="20000"/>
        </a:spcBef>
        <a:buFont typeface="Arial"/>
        <a:buChar char="•"/>
        <a:defRPr kern="1200" sz="2000">
          <a:solidFill>
            <a:schemeClr val="tx1"/>
          </a:solidFill>
          <a:latin typeface="+mn-lt"/>
          <a:ea typeface="+mn-ea"/>
          <a:cs typeface="+mn-cs"/>
        </a:defRPr>
      </a:lvl6pPr>
      <a:lvl7pPr algn="l" defTabSz="457189" eaLnBrk="1" hangingPunct="1" indent="-457189" latinLnBrk="0" marL="3200320" rtl="0">
        <a:spcBef>
          <a:spcPct val="20000"/>
        </a:spcBef>
        <a:buFont typeface="Arial"/>
        <a:buChar char="•"/>
        <a:defRPr kern="1200" sz="2000">
          <a:solidFill>
            <a:schemeClr val="tx1"/>
          </a:solidFill>
          <a:latin typeface="+mn-lt"/>
          <a:ea typeface="+mn-ea"/>
          <a:cs typeface="+mn-cs"/>
        </a:defRPr>
      </a:lvl7pPr>
      <a:lvl8pPr algn="l" defTabSz="457189" eaLnBrk="1" hangingPunct="1" indent="-457189" latinLnBrk="0" marL="3657509" rtl="0">
        <a:spcBef>
          <a:spcPct val="20000"/>
        </a:spcBef>
        <a:buFont typeface="Arial"/>
        <a:buChar char="•"/>
        <a:defRPr kern="1200" sz="2000">
          <a:solidFill>
            <a:schemeClr val="tx1"/>
          </a:solidFill>
          <a:latin typeface="+mn-lt"/>
          <a:ea typeface="+mn-ea"/>
          <a:cs typeface="+mn-cs"/>
        </a:defRPr>
      </a:lvl8pPr>
      <a:lvl9pPr algn="l" defTabSz="457189" eaLnBrk="1" hangingPunct="1" indent="-457189" latinLnBrk="0" marL="4114697"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189" eaLnBrk="1" hangingPunct="1" latinLnBrk="0" marL="0" rtl="0">
        <a:defRPr kern="1200" sz="1800">
          <a:solidFill>
            <a:schemeClr val="tx1"/>
          </a:solidFill>
          <a:latin typeface="+mn-lt"/>
          <a:ea typeface="+mn-ea"/>
          <a:cs typeface="+mn-cs"/>
        </a:defRPr>
      </a:lvl1pPr>
      <a:lvl2pPr algn="l" defTabSz="457189" eaLnBrk="1" hangingPunct="1" latinLnBrk="0" marL="457189" rtl="0">
        <a:defRPr kern="1200" sz="1800">
          <a:solidFill>
            <a:schemeClr val="tx1"/>
          </a:solidFill>
          <a:latin typeface="+mn-lt"/>
          <a:ea typeface="+mn-ea"/>
          <a:cs typeface="+mn-cs"/>
        </a:defRPr>
      </a:lvl2pPr>
      <a:lvl3pPr algn="l" defTabSz="457189" eaLnBrk="1" hangingPunct="1" latinLnBrk="0" marL="914377" rtl="0">
        <a:defRPr kern="1200" sz="1800">
          <a:solidFill>
            <a:schemeClr val="tx1"/>
          </a:solidFill>
          <a:latin typeface="+mn-lt"/>
          <a:ea typeface="+mn-ea"/>
          <a:cs typeface="+mn-cs"/>
        </a:defRPr>
      </a:lvl3pPr>
      <a:lvl4pPr algn="l" defTabSz="457189" eaLnBrk="1" hangingPunct="1" latinLnBrk="0" marL="1371566" rtl="0">
        <a:defRPr kern="1200" sz="1800">
          <a:solidFill>
            <a:schemeClr val="tx1"/>
          </a:solidFill>
          <a:latin typeface="+mn-lt"/>
          <a:ea typeface="+mn-ea"/>
          <a:cs typeface="+mn-cs"/>
        </a:defRPr>
      </a:lvl4pPr>
      <a:lvl5pPr algn="l" defTabSz="457189" eaLnBrk="1" hangingPunct="1" latinLnBrk="0" marL="1828754" rtl="0">
        <a:defRPr kern="1200" sz="1800">
          <a:solidFill>
            <a:schemeClr val="tx1"/>
          </a:solidFill>
          <a:latin typeface="+mn-lt"/>
          <a:ea typeface="+mn-ea"/>
          <a:cs typeface="+mn-cs"/>
        </a:defRPr>
      </a:lvl5pPr>
      <a:lvl6pPr algn="l" defTabSz="457189" eaLnBrk="1" hangingPunct="1" latinLnBrk="0" marL="2285943" rtl="0">
        <a:defRPr kern="1200" sz="1800">
          <a:solidFill>
            <a:schemeClr val="tx1"/>
          </a:solidFill>
          <a:latin typeface="+mn-lt"/>
          <a:ea typeface="+mn-ea"/>
          <a:cs typeface="+mn-cs"/>
        </a:defRPr>
      </a:lvl6pPr>
      <a:lvl7pPr algn="l" defTabSz="457189" eaLnBrk="1" hangingPunct="1" latinLnBrk="0" marL="2743131" rtl="0">
        <a:defRPr kern="1200" sz="1800">
          <a:solidFill>
            <a:schemeClr val="tx1"/>
          </a:solidFill>
          <a:latin typeface="+mn-lt"/>
          <a:ea typeface="+mn-ea"/>
          <a:cs typeface="+mn-cs"/>
        </a:defRPr>
      </a:lvl7pPr>
      <a:lvl8pPr algn="l" defTabSz="457189" eaLnBrk="1" hangingPunct="1" latinLnBrk="0" marL="3200320" rtl="0">
        <a:defRPr kern="1200" sz="1800">
          <a:solidFill>
            <a:schemeClr val="tx1"/>
          </a:solidFill>
          <a:latin typeface="+mn-lt"/>
          <a:ea typeface="+mn-ea"/>
          <a:cs typeface="+mn-cs"/>
        </a:defRPr>
      </a:lvl8pPr>
      <a:lvl9pPr algn="l" defTabSz="457189" eaLnBrk="1" hangingPunct="1" latinLnBrk="0" marL="3657509"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 userDrawn="1">
          <p15:clr>
            <a:srgbClr val="F26B43"/>
          </p15:clr>
        </p15:guide>
        <p15:guide id="2" pos="128" userDrawn="1">
          <p15:clr>
            <a:srgbClr val="F26B43"/>
          </p15:clr>
        </p15:guide>
        <p15:guide id="3" orient="horz" pos="4208" userDrawn="1">
          <p15:clr>
            <a:srgbClr val="F26B43"/>
          </p15:clr>
        </p15:guide>
        <p15:guide id="4" pos="7552" userDrawn="1">
          <p15:clr>
            <a:srgbClr val="F26B43"/>
          </p15:clr>
        </p15:guide>
        <p15:guide id="5"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4.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5.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6.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lvl="0" indent="0" marL="0">
              <a:buNone/>
            </a:pPr>
            <a:r>
              <a:rPr/>
              <a:t>Citing made simple: A practical guide for Zotero</a:t>
            </a:r>
          </a:p>
        </p:txBody>
      </p:sp>
      <p:sp>
        <p:nvSpPr>
          <p:cNvPr id="3" name="Subtitle 2"/>
          <p:cNvSpPr>
            <a:spLocks noGrp="1"/>
          </p:cNvSpPr>
          <p:nvPr>
            <p:ph idx="1" type="subTitle"/>
          </p:nvPr>
        </p:nvSpPr>
        <p:spPr>
          <a:xfrm>
            <a:off x="1828800" y="3886200"/>
            <a:ext cx="8534400" cy="1752600"/>
          </a:xfrm>
        </p:spPr>
        <p:txBody>
          <a:bodyPr/>
          <a:lstStyle/>
          <a:p>
            <a:pPr lvl="0" indent="0" marL="0">
              <a:buNone/>
            </a:pPr>
            <a:r>
              <a:rPr/>
              <a:t>Tejaswini Sharma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sp>
        <p:nvSpPr>
          <p:cNvPr id="3" name="Content Placeholder 2"/>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Prerequisites</a:t>
            </a:r>
          </a:p>
        </p:txBody>
      </p:sp>
      <p:sp>
        <p:nvSpPr>
          <p:cNvPr id="4" name="Text Placeholder 3"/>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4762500" y="266700"/>
          <a:ext cx="6807200" cy="5842000"/>
        </p:xfrm>
        <a:graphic>
          <a:graphicData uri="http://schemas.openxmlformats.org/drawingml/2006/table">
            <a:tbl>
              <a:tblPr firstRow="1" bandRow="1">
                <a:tableStyleId>{5C22544A-7EE6-4342-B048-85BDC9FD1C3A}</a:tableStyleId>
              </a:tblPr>
              <a:tblGrid>
                <a:gridCol w="2273300"/>
                <a:gridCol w="2273300"/>
                <a:gridCol w="22733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Prerequisites (cont.)</a:t>
            </a:r>
          </a:p>
        </p:txBody>
      </p:sp>
      <p:sp>
        <p:nvSpPr>
          <p:cNvPr id="4" name="Text Placeholder 3"/>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4762500" y="1143000"/>
            <a:ext cx="6807200" cy="40767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submodule?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457189" marL="457189">
              <a:buAutoNum type="alphaLcPeriod"/>
            </a:pPr>
            <a:r>
              <a:rPr/>
              <a:t>I have never heard of it before.</a:t>
            </a:r>
          </a:p>
          <a:p>
            <a:pPr lvl="0" indent="-457189" marL="457189">
              <a:buAutoNum type="alphaLcPeriod"/>
            </a:pPr>
            <a:r>
              <a:rPr/>
              <a:t>I have heard of it but have never worked with it.</a:t>
            </a:r>
          </a:p>
          <a:p>
            <a:pPr lvl="0" indent="-457189" marL="457189">
              <a:buAutoNum type="alphaLcPeriod"/>
            </a:pPr>
            <a:r>
              <a:rPr/>
              <a:t>I have basic understanding and experience with it.</a:t>
            </a:r>
          </a:p>
          <a:p>
            <a:pPr lvl="0" indent="-457189" marL="457189">
              <a:buAutoNum type="alphaLcPeriod"/>
            </a:pPr>
            <a:r>
              <a:rPr/>
              <a:t>I am very familiar and have worked with it extensively.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189" marL="457189">
              <a:buAutoNum type="alphaLcPeriod"/>
            </a:pPr>
            <a:r>
              <a:rPr/>
              <a:t>1</a:t>
            </a:r>
          </a:p>
          <a:p>
            <a:pPr lvl="0" indent="-457189" marL="457189">
              <a:buAutoNum type="alphaLcPeriod"/>
            </a:pPr>
            <a:r>
              <a:rPr/>
              <a:t>2</a:t>
            </a:r>
          </a:p>
          <a:p>
            <a:pPr lvl="0" indent="-457189" marL="457189">
              <a:buAutoNum type="alphaLcPeriod"/>
            </a:pPr>
            <a:r>
              <a:rPr/>
              <a:t>3</a:t>
            </a:r>
          </a:p>
          <a:p>
            <a:pPr lvl="0" indent="-457189" marL="457189">
              <a:buAutoNum type="alphaLcPeriod"/>
            </a:pPr>
            <a:r>
              <a:rPr/>
              <a:t>4</a:t>
            </a:r>
          </a:p>
          <a:p>
            <a:pPr lvl="0" indent="-457189" marL="457189">
              <a:buAutoNum type="alphaLcPeriod"/>
            </a:pPr>
            <a:r>
              <a:rPr/>
              <a:t>5</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4762500" y="1739900"/>
            <a:ext cx="6807200" cy="2387600"/>
          </a:xfrm>
          <a:prstGeom prst="rect">
            <a:avLst/>
          </a:prstGeom>
          <a:noFill/>
          <a:ln w="9525">
            <a:noFill/>
            <a:headEnd/>
            <a:tailEnd/>
          </a:ln>
        </p:spPr>
      </p:pic>
      <p:sp>
        <p:nvSpPr>
          <p:cNvPr id="1" name="TextBox 3"/>
          <p:cNvSpPr txBox="1"/>
          <p:nvPr>
            <p:ph idx="1"/>
          </p:nvPr>
        </p:nvSpPr>
        <p:spPr>
          <a:xfrm>
            <a:off x="4762500" y="5600700"/>
            <a:ext cx="6807200" cy="508000"/>
          </a:xfrm>
          <a:prstGeom prst="rect">
            <a:avLst/>
          </a:prstGeom>
          <a:noFill/>
        </p:spPr>
        <p:txBody>
          <a:bodyPr/>
          <a:lstStyle/>
          <a:p>
            <a:pPr lvl="0" indent="0" marL="0" algn="ctr">
              <a:buNone/>
            </a:pPr>
            <a:r>
              <a:rPr/>
              <a:t>Copyright: © FastArcher.</a:t>
            </a:r>
          </a:p>
        </p:txBody>
      </p:sp>
      <p:sp>
        <p:nvSpPr>
          <p:cNvPr id="3" name="Content Placeholder 2"/>
          <p:cNvSpPr>
            <a:spLocks noGrp="1"/>
          </p:cNvSpPr>
          <p:nvPr>
            <p:ph idx="1"/>
          </p:nvPr>
        </p:nvSpPr>
        <p:spPr/>
        <p:txBody>
          <a:bodyPr/>
          <a:lstStyle/>
          <a:p>
            <a:pPr lvl="0" indent="0" marL="0">
              <a:buNone/>
            </a:pPr>
            <a:r>
              <a:rPr/>
              <a:t>Thus, you need to </a:t>
            </a:r>
            <a:r>
              <a:rPr b="1"/>
              <a:t>cite</a:t>
            </a:r>
            <a:r>
              <a:rPr/>
              <a:t> the source of your knowledge; in this case, a scientific paper.</a:t>
            </a:r>
          </a:p>
        </p:txBody>
      </p:sp>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4762500" y="2806700"/>
            <a:ext cx="6807200" cy="7747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are citations and references? (cont.)</a:t>
            </a:r>
          </a:p>
        </p:txBody>
      </p:sp>
      <p:sp>
        <p:nvSpPr>
          <p:cNvPr id="4" name="Text Placeholder 3"/>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4762500" y="2400300"/>
            <a:ext cx="6807200" cy="1574800"/>
          </a:xfrm>
          <a:prstGeom prst="rect">
            <a:avLst/>
          </a:prstGeom>
          <a:noFill/>
          <a:ln w="9525">
            <a:noFill/>
            <a:headEnd/>
            <a:tailEnd/>
          </a:ln>
        </p:spPr>
      </p:pic>
      <p:sp>
        <p:nvSpPr>
          <p:cNvPr id="8" name="Date Placeholder 7">
            <a:extLst>
              <a:ext uri="{FF2B5EF4-FFF2-40B4-BE49-F238E27FC236}">
                <a16:creationId xmlns:a16="http://schemas.microsoft.com/office/drawing/2014/main" id="{E6D5126F-053F-910F-7F76-D928AC61372D}"/>
              </a:ext>
            </a:extLst>
          </p:cNvPr>
          <p:cNvSpPr>
            <a:spLocks noGrp="1"/>
          </p:cNvSpPr>
          <p:nvPr>
            <p:ph idx="10" sz="half" type="dt"/>
          </p:nvPr>
        </p:nvSpPr>
        <p:spPr/>
        <p:txBody>
          <a:bodyPr/>
          <a:lstStyle/>
          <a:p>
            <a:pPr algn="ctr"/>
            <a:r>
              <a:rPr lang="en-US"/>
              <a:t>September 30, 2020</a:t>
            </a:r>
            <a:endParaRPr dirty="0" lang="en-US"/>
          </a:p>
        </p:txBody>
      </p:sp>
      <p:sp>
        <p:nvSpPr>
          <p:cNvPr id="9" name="Footer Placeholder 8">
            <a:extLst>
              <a:ext uri="{FF2B5EF4-FFF2-40B4-BE49-F238E27FC236}">
                <a16:creationId xmlns:a16="http://schemas.microsoft.com/office/drawing/2014/main" id="{8EEF7D04-FF72-0698-CE48-A9A4F70D774F}"/>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C8B1F07D-59FC-87D1-1BB5-7C86711059AF}"/>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they needed?</a:t>
            </a:r>
          </a:p>
        </p:txBody>
      </p:sp>
      <p:sp>
        <p:nvSpPr>
          <p:cNvPr id="3" name="Content Placeholder 2"/>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188" marL="914377">
              <a:buAutoNum type="arabicPeriod"/>
            </a:pPr>
            <a:r>
              <a:rPr/>
              <a:t>Author: all authors’ last names and initials.</a:t>
            </a:r>
          </a:p>
          <a:p>
            <a:pPr lvl="1" indent="-457188" marL="914377">
              <a:buAutoNum type="arabicPeriod"/>
            </a:pPr>
            <a:r>
              <a:rPr/>
              <a:t>Date: When it was published (usually the year).</a:t>
            </a:r>
          </a:p>
          <a:p>
            <a:pPr lvl="1" indent="-457188" marL="914377">
              <a:buAutoNum type="arabicPeriod"/>
            </a:pPr>
            <a:r>
              <a:rPr/>
              <a:t>Title: What the article is called.</a:t>
            </a:r>
          </a:p>
          <a:p>
            <a:pPr lvl="1" indent="-457188" marL="914377">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188" marL="914377">
              <a:buAutoNum type="arabicPeriod"/>
            </a:pPr>
            <a:r>
              <a:rPr/>
              <a:t>Author: all authors’ last names and initials.</a:t>
            </a:r>
          </a:p>
          <a:p>
            <a:pPr lvl="1" indent="-457188" marL="914377">
              <a:buAutoNum type="arabicPeriod"/>
            </a:pPr>
            <a:r>
              <a:rPr/>
              <a:t>Date: When it was published (usually the year).</a:t>
            </a:r>
          </a:p>
          <a:p>
            <a:pPr lvl="1" indent="-457188" marL="914377">
              <a:buAutoNum type="arabicPeriod"/>
            </a:pPr>
            <a:r>
              <a:rPr/>
              <a:t>Title: What the article is called.</a:t>
            </a:r>
          </a:p>
          <a:p>
            <a:pPr lvl="1" indent="-457188" marL="914377">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1168400"/>
                <a:gridCol w="2133600"/>
                <a:gridCol w="1333500"/>
                <a:gridCol w="63373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1168400"/>
                <a:gridCol w="2133600"/>
                <a:gridCol w="1333500"/>
                <a:gridCol w="63373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Short exercise</a:t>
            </a:r>
          </a:p>
        </p:txBody>
      </p:sp>
      <p:sp>
        <p:nvSpPr>
          <p:cNvPr id="3" name="Content Placeholder 2"/>
          <p:cNvSpPr>
            <a:spLocks noGrp="1"/>
          </p:cNvSpPr>
          <p:nvPr>
            <p:ph idx="1"/>
          </p:nvPr>
        </p:nvSpPr>
        <p:spPr/>
        <p:txBody>
          <a:bodyPr/>
          <a:lstStyle/>
          <a:p>
            <a:pPr lvl="0" indent="0" marL="0">
              <a:buNone/>
            </a:pPr>
            <a:r>
              <a:rPr/>
              <a:t>Use a minute to think about which citation format is used in </a:t>
            </a:r>
            <a:r>
              <a:rPr b="1"/>
              <a:t>your field</a:t>
            </a:r>
            <a:r>
              <a:rPr/>
              <a: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at this point?</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63084" y="3166963"/>
            <a:ext cx="10363200" cy="1362075"/>
          </a:xfrm>
        </p:spPr>
        <p:txBody>
          <a:bodyPr/>
          <a:lstStyle/>
          <a:p>
            <a:pPr lvl="0" indent="0" marL="0">
              <a:buNone/>
            </a:pPr>
            <a:r>
              <a:rPr/>
              <a:t>Brief overview of Zotero</a:t>
            </a:r>
          </a:p>
        </p:txBody>
      </p:sp>
      <p:sp>
        <p:nvSpPr>
          <p:cNvPr id="7" name="Date Placeholder 6">
            <a:extLst>
              <a:ext uri="{FF2B5EF4-FFF2-40B4-BE49-F238E27FC236}">
                <a16:creationId xmlns:a16="http://schemas.microsoft.com/office/drawing/2014/main" id="{7A3D4B62-A9D4-A224-853C-F47B5EEC33A2}"/>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FC227C7C-21CB-0721-ADC3-A51EEAD51D56}"/>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E630E53C-392D-BD97-174E-961B24066A76}"/>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2311400" y="1600200"/>
            <a:ext cx="7569200" cy="4521200"/>
          </a:xfrm>
          <a:prstGeom prst="rect">
            <a:avLst/>
          </a:prstGeom>
          <a:noFill/>
          <a:ln w="9525">
            <a:noFill/>
            <a:headEnd/>
            <a:tailEnd/>
          </a:ln>
        </p:spPr>
      </p:pic>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
        <p:nvSpPr>
          <p:cNvPr id="3" name="Content Placeholder 2"/>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457189" marL="457189">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457189" marL="457189">
              <a:buAutoNum startAt="2" type="arabicPeriod"/>
            </a:pPr>
            <a:r>
              <a:rPr b="1"/>
              <a:t>Share your thoughts with the group.</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 Check-In</a:t>
            </a:r>
          </a:p>
        </p:txBody>
      </p:sp>
      <p:sp>
        <p:nvSpPr>
          <p:cNvPr id="3" name="Content Placeholder 2"/>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457189" marL="457189">
              <a:buAutoNum type="alphaLcPeriod"/>
            </a:pPr>
            <a:r>
              <a:rPr/>
              <a:t>I have never heard of it before.</a:t>
            </a:r>
          </a:p>
          <a:p>
            <a:pPr lvl="0" indent="-457189" marL="457189">
              <a:buAutoNum type="alphaLcPeriod"/>
            </a:pPr>
            <a:r>
              <a:rPr/>
              <a:t>I have heard of it but have never worked with it.</a:t>
            </a:r>
          </a:p>
          <a:p>
            <a:pPr lvl="0" indent="-457189" marL="457189">
              <a:buAutoNum type="alphaLcPeriod"/>
            </a:pPr>
            <a:r>
              <a:rPr/>
              <a:t>I have basic understanding and experience with it.</a:t>
            </a:r>
          </a:p>
          <a:p>
            <a:pPr lvl="0" indent="-457189" marL="457189">
              <a:buAutoNum type="alphaLcPeriod"/>
            </a:pPr>
            <a:r>
              <a:rPr/>
              <a:t>I am very familiar and have worked with it extensively.</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189" marL="457189">
              <a:buAutoNum type="alphaLcPeriod"/>
            </a:pPr>
            <a:r>
              <a:rPr/>
              <a:t>1</a:t>
            </a:r>
          </a:p>
          <a:p>
            <a:pPr lvl="0" indent="-457189" marL="457189">
              <a:buAutoNum type="alphaLcPeriod"/>
            </a:pPr>
            <a:r>
              <a:rPr/>
              <a:t>2</a:t>
            </a:r>
          </a:p>
          <a:p>
            <a:pPr lvl="0" indent="-457189" marL="457189">
              <a:buAutoNum type="alphaLcPeriod"/>
            </a:pPr>
            <a:r>
              <a:rPr/>
              <a:t>3</a:t>
            </a:r>
          </a:p>
          <a:p>
            <a:pPr lvl="0" indent="-457189" marL="457189">
              <a:buAutoNum type="alphaLcPeriod"/>
            </a:pPr>
            <a:r>
              <a:rPr/>
              <a:t>4</a:t>
            </a:r>
          </a:p>
          <a:p>
            <a:pPr lvl="0" indent="-457189" marL="457189">
              <a:buAutoNum type="alphaLcPeriod"/>
            </a:pPr>
            <a:r>
              <a:rPr/>
              <a:t>5</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a:t>
            </a:r>
          </a:p>
        </p:txBody>
      </p:sp>
      <p:sp>
        <p:nvSpPr>
          <p:cNvPr id="3" name="Content Placeholder 2"/>
          <p:cNvSpPr>
            <a:spLocks noGrp="1"/>
          </p:cNvSpPr>
          <p:nvPr>
            <p:ph idx="1"/>
          </p:nvPr>
        </p:nvSpPr>
        <p:spPr/>
        <p:txBody>
          <a:bodyPr/>
          <a:lstStyle/>
          <a:p>
            <a:pPr lvl="0" indent="0" marL="0">
              <a:buNone/>
            </a:pPr>
            <a:r>
              <a:rPr/>
              <a:t>See you next session :)</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in-class activity</a:t>
            </a:r>
          </a:p>
        </p:txBody>
      </p:sp>
      <p:sp>
        <p:nvSpPr>
          <p:cNvPr id="3" name="Content Placeholder 2"/>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CREDiT Contribution Statement - TO DO</a:t>
            </a:r>
          </a:p>
        </p:txBody>
      </p:sp>
      <p:sp>
        <p:nvSpPr>
          <p:cNvPr id="3" name="Content Placeholder 2"/>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
        <p:nvSpPr>
          <p:cNvPr id="7" name="Date Placeholder 6">
            <a:extLst>
              <a:ext uri="{FF2B5EF4-FFF2-40B4-BE49-F238E27FC236}">
                <a16:creationId xmlns:a16="http://schemas.microsoft.com/office/drawing/2014/main" id="{E2ED1F55-3CE9-F618-3510-EE96FDC54304}"/>
              </a:ext>
            </a:extLst>
          </p:cNvPr>
          <p:cNvSpPr>
            <a:spLocks noGrp="1"/>
          </p:cNvSpPr>
          <p:nvPr>
            <p:ph idx="10" sz="half" type="dt"/>
          </p:nvPr>
        </p:nvSpPr>
        <p:spPr/>
        <p:txBody>
          <a:bodyPr/>
          <a:lstStyle/>
          <a:p>
            <a:pPr algn="ctr"/>
            <a:r>
              <a:rPr lang="en-US"/>
              <a:t>September 30, 2020</a:t>
            </a:r>
            <a:endParaRPr dirty="0" lang="en-US"/>
          </a:p>
        </p:txBody>
      </p:sp>
      <p:sp>
        <p:nvSpPr>
          <p:cNvPr id="8" name="Footer Placeholder 7">
            <a:extLst>
              <a:ext uri="{FF2B5EF4-FFF2-40B4-BE49-F238E27FC236}">
                <a16:creationId xmlns:a16="http://schemas.microsoft.com/office/drawing/2014/main" id="{0616AEA6-DD6E-40D4-2DDA-E355C068ABA2}"/>
              </a:ext>
            </a:extLst>
          </p:cNvPr>
          <p:cNvSpPr>
            <a:spLocks noGrp="1"/>
          </p:cNvSpPr>
          <p:nvPr>
            <p:ph idx="11" sz="quarter" type="ftr"/>
          </p:nvPr>
        </p:nvSpPr>
        <p:spPr/>
        <p:txBody>
          <a:bodyPr/>
          <a:lstStyle/>
          <a:p>
            <a:r>
              <a:rPr lang="en-US"/>
              <a:t>© LMU Open Science Center</a:t>
            </a:r>
            <a:endParaRPr dirty="0" lang="en-US"/>
          </a:p>
        </p:txBody>
      </p:sp>
      <p:sp>
        <p:nvSpPr>
          <p:cNvPr id="9" name="Slide Number Placeholder 8">
            <a:extLst>
              <a:ext uri="{FF2B5EF4-FFF2-40B4-BE49-F238E27FC236}">
                <a16:creationId xmlns:a16="http://schemas.microsoft.com/office/drawing/2014/main" id="{BD632E70-5D06-CAE0-ED30-149A6C1E3F1E}"/>
              </a:ext>
            </a:extLst>
          </p:cNvPr>
          <p:cNvSpPr>
            <a:spLocks noGrp="1"/>
          </p:cNvSpPr>
          <p:nvPr>
            <p:ph idx="12" sz="quarter" type="sldNum"/>
          </p:nvPr>
        </p:nvSpPr>
        <p:spPr/>
        <p:txBody>
          <a:bodyPr/>
          <a:lstStyle/>
          <a:p>
            <a:pPr algn="ctr"/>
            <a:r>
              <a:rPr lang="en-US"/>
              <a:t>Slide </a:t>
            </a:r>
            <a:fld id="{C5EF2332-01BF-834F-8236-50238282D533}" type="slidenum">
              <a:rPr lang="en-US" smtClean="0"/>
              <a:pPr algn="ct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67</Words>
  <Application>Microsoft Macintosh PowerPoint</Application>
  <PresentationFormat>Widescreen</PresentationFormat>
  <Paragraphs>23</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ExtraBold</vt:lpstr>
      <vt:lpstr>Arial</vt:lpstr>
      <vt:lpstr>Calibri</vt:lpstr>
      <vt:lpstr>Courier New</vt:lpstr>
      <vt:lpstr>Wingdings</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2026-09-28T01:16:48Z</dcterms:created>
  <dcterms:modified xsi:type="dcterms:W3CDTF">2026-09-28T01:16:48Z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September 30, 2020</vt:lpwstr>
  </property>
  <property fmtid="{D5CDD505-2E9C-101B-9397-08002B2CF9AE}" pid="8" name="date-format">
    <vt:lpwstr>long</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esting">
    <vt:lpwstr>Trying a custom field</vt:lpwstr>
  </property>
  <property fmtid="{D5CDD505-2E9C-101B-9397-08002B2CF9AE}" pid="14" name="toc-title">
    <vt:lpwstr>Table of contents</vt:lpwstr>
  </property>
</Properties>
</file>