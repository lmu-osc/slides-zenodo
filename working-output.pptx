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86"/>
    <p:restoredTop autoAdjust="0" sz="94697"/>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nchor="ct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5" name="Date Placeholder 4">
            <a:extLst>
              <a:ext uri="{FF2B5EF4-FFF2-40B4-BE49-F238E27FC236}">
                <a16:creationId xmlns:a16="http://schemas.microsoft.com/office/drawing/2014/main" id="{CA956807-87AD-1B61-6635-A4BD697312DD}"/>
              </a:ext>
            </a:extLst>
          </p:cNvPr>
          <p:cNvSpPr>
            <a:spLocks noGrp="1"/>
          </p:cNvSpPr>
          <p:nvPr>
            <p:ph idx="10" sz="half" type="dt"/>
          </p:nvPr>
        </p:nvSpPr>
        <p:spPr/>
        <p:txBody>
          <a:bodyPr/>
          <a:lstStyle/>
          <a:p>
            <a:pPr algn="ctr"/>
            <a:r>
              <a:rPr lang="en-US"/>
              <a:t>September 30, 2020</a:t>
            </a:r>
            <a:endParaRPr dirty="0" lang="en-US"/>
          </a:p>
        </p:txBody>
      </p:sp>
      <p:sp>
        <p:nvSpPr>
          <p:cNvPr id="6" name="Footer Placeholder 5">
            <a:extLst>
              <a:ext uri="{FF2B5EF4-FFF2-40B4-BE49-F238E27FC236}">
                <a16:creationId xmlns:a16="http://schemas.microsoft.com/office/drawing/2014/main" id="{A848E190-73C6-8A24-D8B9-FC7B080DD00D}"/>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2026-10-06T05:30:14Z</dcterms:created>
  <dcterms:modified xsi:type="dcterms:W3CDTF">2026-10-06T05:30:14Z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