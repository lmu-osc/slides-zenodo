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609585" rtl="0" eaLnBrk="1" latinLnBrk="0" hangingPunct="1"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B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86" autoAdjust="0"/>
    <p:restoredTop sz="94693" autoAdjust="0"/>
  </p:normalViewPr>
  <p:slideViewPr>
    <p:cSldViewPr snapToGrid="0" snapToObjects="1">
      <p:cViewPr varScale="1">
        <p:scale>
          <a:sx n="160" d="100"/>
          <a:sy n="160" d="100"/>
        </p:scale>
        <p:origin x="176" y="320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10/6/26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09585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19170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2875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3833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047924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7509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7093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6678" algn="l" defTabSz="1219170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Here</a:t>
            </a:r>
            <a:r>
              <a:rPr lang="en-US" baseline="0" dirty="0"/>
              <a:t> is a note</a:t>
            </a:r>
          </a:p>
          <a:p>
            <a:endParaRPr lang="en-US" baseline="0" dirty="0"/>
          </a:p>
          <a:p>
            <a:r>
              <a:rPr lang="en-US" baseline="0" dirty="0"/>
              <a:t>With another paragraph.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31917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</a:t>
            </a:r>
            <a:r>
              <a:rPr lang="en-US" baseline="0" dirty="0"/>
              <a:t> speaker note on </a:t>
            </a:r>
            <a:r>
              <a:rPr lang="en-US" baseline="0"/>
              <a:t>this slide too.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900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8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7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56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7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9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3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5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Date Placeholder 12">
            <a:extLst>
              <a:ext uri="{FF2B5EF4-FFF2-40B4-BE49-F238E27FC236}">
                <a16:creationId xmlns:a16="http://schemas.microsoft.com/office/drawing/2014/main" id="{A98AF039-CAB9-D195-284D-DDC75DFBA3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14" name="Footer Placeholder 13">
            <a:extLst>
              <a:ext uri="{FF2B5EF4-FFF2-40B4-BE49-F238E27FC236}">
                <a16:creationId xmlns:a16="http://schemas.microsoft.com/office/drawing/2014/main" id="{92325642-A61C-3078-0A08-00C186300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5" name="Slide Number Placeholder 14">
            <a:extLst>
              <a:ext uri="{FF2B5EF4-FFF2-40B4-BE49-F238E27FC236}">
                <a16:creationId xmlns:a16="http://schemas.microsoft.com/office/drawing/2014/main" id="{68E9BE78-1F37-C669-71F3-F3AC2F8BB4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95D47B-82BE-FA8D-B3D0-43C1EF89F98F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CE3B72D0-0A08-8401-1102-DC8B6D5288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06FDA1F9-F2A3-54A6-D8DB-F94C2CD5C6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FE0A592-9ACE-2460-AAA6-BCEAFC660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3084" y="3166963"/>
            <a:ext cx="10363200" cy="1362075"/>
          </a:xfrm>
        </p:spPr>
        <p:txBody>
          <a:bodyPr anchor="t"/>
          <a:lstStyle>
            <a:lvl1pPr algn="l">
              <a:defRPr sz="3733" b="1" cap="none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1611879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8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D8B8CE-DBC2-402F-F776-7642508B65A2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A956807-87AD-1B61-6635-A4BD697312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48E190-73C6-8A24-D8B9-FC7B080DD0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A4B39B83-B2B9-A607-75FD-CC4196FDA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64C6C71-8D4C-B542-9542-DE3F868C8BC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B9C105D-2DC4-B9F4-C1FE-2CAFAE38D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6159A58-99BB-FD20-30B4-B65A749EE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91EB764C-C70A-BBB6-D634-50E6464DB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78081C7-8D63-717B-E81C-FB6B04A7D54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58100809-C7AD-AA37-7E54-5E07B4142D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780EC85D-71EC-E3EF-4192-AAB31D7B0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76473786-B1D7-CA2F-C7C4-09172E081B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EB6D96-52B9-49DF-A40F-D3028B8FC97F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7221D3-5266-DD6F-83AC-F0960F93CB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B8BF7-B98F-B2C1-BBC4-836DAD84D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5B4E053-B4BD-4273-20F1-F1F6E73ED3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EF01941-7737-2934-6952-CCA6B638ACA0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524AD1A-09DE-80F2-211E-50D2602CB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4D603C-1DE0-937A-1F64-CF31D2545F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59CFA45-E807-CF9C-9148-21ED45D59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49"/>
            <a:ext cx="4011084" cy="1162051"/>
          </a:xfrm>
        </p:spPr>
        <p:txBody>
          <a:bodyPr anchor="b"/>
          <a:lstStyle>
            <a:lvl1pPr algn="l">
              <a:defRPr sz="22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2"/>
            <a:ext cx="6815667" cy="5853113"/>
          </a:xfrm>
        </p:spPr>
        <p:txBody>
          <a:bodyPr anchor="ctr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2"/>
            <a:ext cx="4011084" cy="4691063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F13ACB6-AD35-166A-7095-CE78FB7C65DC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4D4823E0-4AC4-556E-D341-7EC0B2462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DA033808-7DA7-BCE5-7841-A080B9791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F114B9F3-9BDF-91CE-CDEA-A36877634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D6DC9D-A966-EA21-E561-10535CC769C8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EDD9C9F-3905-36C7-15CB-BACF4406B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FB50E993-3E74-7605-4B1C-089FC5994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A2A021D-E01D-7241-598C-56E146616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B907D2-6A5F-9B5B-F5B4-C4FEA6389021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DF6E15-AA63-3763-7F86-DACADBA35F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9BD05-D78E-3984-8BF6-5DC5BAB2C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4583088-CCF2-B670-1C52-71D2A0DA5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04BE907-8A33-EAC8-E40E-042F62D8A32D}"/>
              </a:ext>
            </a:extLst>
          </p:cNvPr>
          <p:cNvSpPr/>
          <p:nvPr userDrawn="1"/>
        </p:nvSpPr>
        <p:spPr>
          <a:xfrm>
            <a:off x="11988800" y="0"/>
            <a:ext cx="203200" cy="6858000"/>
          </a:xfrm>
          <a:prstGeom prst="rect">
            <a:avLst/>
          </a:prstGeom>
          <a:solidFill>
            <a:srgbClr val="008B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F45B85-27C4-5A2F-EC81-52FBC96993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83EC60-CE7B-06F0-476B-80CB9CE1F2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LMU Open Science Center</a:t>
            </a:r>
            <a:endParaRPr lang="en-US" dirty="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8A9AB982-9F02-36B3-80ED-6CFB05C753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sv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18414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60973" y="6365491"/>
            <a:ext cx="1818468" cy="2984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r>
              <a:rPr lang="en-US"/>
              <a:t>DATE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678" y="6365489"/>
            <a:ext cx="2746644" cy="2984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© LMU Open Science Center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763932" y="6365488"/>
            <a:ext cx="1818468" cy="29845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30C9838F-E9D5-154A-4897-DCE30A8465B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203200" y="6300320"/>
            <a:ext cx="1143429" cy="428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ctr" defTabSz="457189" rtl="0" eaLnBrk="1" latinLnBrk="0" hangingPunct="1">
        <a:spcBef>
          <a:spcPct val="0"/>
        </a:spcBef>
        <a:buNone/>
        <a:defRPr sz="3200" b="1" i="0" kern="1200">
          <a:solidFill>
            <a:schemeClr val="tx1"/>
          </a:solidFill>
          <a:latin typeface="Aptos ExtraBold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457189" indent="-457189" algn="l" defTabSz="457189" rtl="0" eaLnBrk="1" latinLnBrk="0" hangingPunct="1">
        <a:spcBef>
          <a:spcPct val="20000"/>
        </a:spcBef>
        <a:buFont typeface="Arial" panose="020B0604020202020204" pitchFamily="34" charset="0"/>
        <a:buChar char="•"/>
        <a:defRPr sz="22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68331" indent="-461422" algn="l" defTabSz="457189" rtl="0" eaLnBrk="1" latinLnBrk="0" hangingPunct="1">
        <a:spcBef>
          <a:spcPct val="20000"/>
        </a:spcBef>
        <a:buFont typeface="Wingdings" pitchFamily="2" charset="2"/>
        <a:buChar char="§"/>
        <a:tabLst/>
        <a:defRPr sz="20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9322" indent="-452955" algn="l" defTabSz="457189" rtl="0" eaLnBrk="1" latinLnBrk="0" hangingPunct="1">
        <a:spcBef>
          <a:spcPct val="20000"/>
        </a:spcBef>
        <a:buFont typeface="Courier New" panose="02070309020205020404" pitchFamily="49" charset="0"/>
        <a:buChar char="o"/>
        <a:tabLst/>
        <a:defRPr sz="18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160" indent="-461422" algn="l" defTabSz="457189" rtl="0" eaLnBrk="1" latinLnBrk="0" hangingPunct="1">
        <a:spcBef>
          <a:spcPct val="20000"/>
        </a:spcBef>
        <a:buFont typeface="Arial"/>
        <a:buChar char="–"/>
        <a:tabLst/>
        <a:defRPr sz="1600" b="0" i="0" kern="1200">
          <a:solidFill>
            <a:schemeClr val="tx1"/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1989617" indent="-450839" algn="l" defTabSz="457189" rtl="0" eaLnBrk="1" latinLnBrk="0" hangingPunct="1">
        <a:spcBef>
          <a:spcPct val="20000"/>
        </a:spcBef>
        <a:buFont typeface="Arial"/>
        <a:buChar char="»"/>
        <a:tabLst/>
        <a:defRPr sz="1600" b="0" i="0" kern="1200">
          <a:solidFill>
            <a:schemeClr val="tx1">
              <a:lumMod val="65000"/>
              <a:lumOff val="35000"/>
            </a:schemeClr>
          </a:solidFill>
          <a:latin typeface="Aptos" panose="020B000402020202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743131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200320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657509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4114697" indent="-457189" algn="l" defTabSz="457189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45718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2" userDrawn="1">
          <p15:clr>
            <a:srgbClr val="F26B43"/>
          </p15:clr>
        </p15:guide>
        <p15:guide id="2" pos="128" userDrawn="1">
          <p15:clr>
            <a:srgbClr val="F26B43"/>
          </p15:clr>
        </p15:guide>
        <p15:guide id="3" orient="horz" pos="4208" userDrawn="1">
          <p15:clr>
            <a:srgbClr val="F26B43"/>
          </p15:clr>
        </p15:guide>
        <p15:guide id="4" pos="7552" userDrawn="1">
          <p15:clr>
            <a:srgbClr val="F26B43"/>
          </p15:clr>
        </p15:guide>
        <p15:guide id="5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Presentation Subtitle</a:t>
            </a:r>
          </a:p>
        </p:txBody>
      </p:sp>
    </p:spTree>
    <p:extLst>
      <p:ext uri="{BB962C8B-B14F-4D97-AF65-F5344CB8AC3E}">
        <p14:creationId xmlns:p14="http://schemas.microsoft.com/office/powerpoint/2010/main" val="3926690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Hello</a:t>
            </a:r>
            <a:r>
              <a:rPr lang="en-US"/>
              <a:t>, world.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402DD3-4C0E-CF95-0659-A1E04D16462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B2E45-A946-074A-068E-1E42DFCDD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7FCDA6-E006-238B-CCC4-EE3B425DB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27074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header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54E8-DE02-E9BD-65EC-F8FE5267D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133233-FBA7-8299-FED0-18A3AF792A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61F541-912D-071C-AD06-98F2B3702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6781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Slide Title for Two-Content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Some content on </a:t>
            </a:r>
            <a:r>
              <a:rPr lang="en-US"/>
              <a:t>the left.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Some content on the right.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5467AE-143E-1232-2977-1EE7C653351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660973" y="6365491"/>
            <a:ext cx="1818468" cy="298452"/>
          </a:xfrm>
        </p:spPr>
        <p:txBody>
          <a:bodyPr/>
          <a:lstStyle/>
          <a:p>
            <a:r>
              <a:rPr lang="en-US"/>
              <a:t>DATE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951179C-A0C6-853A-DDDD-EA559AD4D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22678" y="6365489"/>
            <a:ext cx="2746644" cy="298452"/>
          </a:xfrm>
        </p:spPr>
        <p:txBody>
          <a:bodyPr/>
          <a:lstStyle/>
          <a:p>
            <a:r>
              <a:rPr lang="en-US"/>
              <a:t>© LMU Open Science Center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57DA2F-8FDB-880B-3B9A-47D426F02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712559" y="6365488"/>
            <a:ext cx="1818468" cy="298453"/>
          </a:xfrm>
        </p:spPr>
        <p:txBody>
          <a:bodyPr/>
          <a:lstStyle/>
          <a:p>
            <a:fld id="{C5EF2332-01BF-834F-8236-50238282D5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211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82</TotalTime>
  <Words>67</Words>
  <Application>Microsoft Macintosh PowerPoint</Application>
  <PresentationFormat>Widescreen</PresentationFormat>
  <Paragraphs>23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1" baseType="lpstr">
      <vt:lpstr>Aptos</vt:lpstr>
      <vt:lpstr>Aptos ExtraBold</vt:lpstr>
      <vt:lpstr>Arial</vt:lpstr>
      <vt:lpstr>Calibri</vt:lpstr>
      <vt:lpstr>Courier New</vt:lpstr>
      <vt:lpstr>Wingdings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Jesse Rosenthal</dc:creator>
  <cp:lastModifiedBy>Patrick Callahan</cp:lastModifiedBy>
  <cp:revision>39</cp:revision>
  <dcterms:created xsi:type="dcterms:W3CDTF">2017-06-05T14:10:58Z</dcterms:created>
  <dcterms:modified xsi:type="dcterms:W3CDTF">2026-10-06T05:56:31Z</dcterms:modified>
</cp:coreProperties>
</file>