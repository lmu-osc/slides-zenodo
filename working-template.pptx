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 autoAdjust="0"/>
    <p:restoredTop sz="94697" autoAdjust="0"/>
  </p:normalViewPr>
  <p:slideViewPr>
    <p:cSldViewPr snapToGrid="0" snapToObjects="1">
      <p:cViewPr varScale="1">
        <p:scale>
          <a:sx n="160" d="100"/>
          <a:sy n="160" d="100"/>
        </p:scale>
        <p:origin x="176" y="3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98AF039-CAB9-D195-284D-DDC75DFB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2325642-A61C-3078-0A08-00C18630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8E9BE78-1F37-C669-71F3-F3AC2F8B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5D47B-82BE-FA8D-B3D0-43C1EF89F98F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E3B72D0-0A08-8401-1102-DC8B6D52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6FDA1F9-F2A3-54A6-D8DB-F94C2CD5C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E0A592-9ACE-2460-AAA6-BCEAFC66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3166963"/>
            <a:ext cx="10363200" cy="1362075"/>
          </a:xfrm>
        </p:spPr>
        <p:txBody>
          <a:bodyPr anchor="t"/>
          <a:lstStyle>
            <a:lvl1pPr algn="l">
              <a:defRPr sz="3733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611879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8B8CE-DBC2-402F-F776-7642508B65A2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56807-87AD-1B61-6635-A4BD6973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8E190-73C6-8A24-D8B9-FC7B080D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4B39B83-B2B9-A607-75FD-CC4196FDA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4C6C71-8D4C-B542-9542-DE3F868C8BC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9C105D-2DC4-B9F4-C1FE-2CAFAE38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159A58-99BB-FD20-30B4-B65A749EE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EB764C-C70A-BBB6-D634-50E6464D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8081C7-8D63-717B-E81C-FB6B04A7D54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8100809-C7AD-AA37-7E54-5E07B414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80EC85D-71EC-E3EF-4192-AAB31D7B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473786-B1D7-CA2F-C7C4-09172E0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EB6D96-52B9-49DF-A40F-D3028B8FC97F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221D3-5266-DD6F-83AC-F0960F93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B8BF7-B98F-B2C1-BBC4-836DAD84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4E053-B4BD-4273-20F1-F1F6E73E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F01941-7737-2934-6952-CCA6B638ACA0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4AD1A-09DE-80F2-211E-50D2602C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D603C-1DE0-937A-1F64-CF31D254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9CFA45-E807-CF9C-9148-21ED45D5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3ACB6-AD35-166A-7095-CE78FB7C65DC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4823E0-4AC4-556E-D341-7EC0B246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033808-7DA7-BCE5-7841-A080B979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14B9F3-9BDF-91CE-CDEA-A3687763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D6DC9D-A966-EA21-E561-10535CC769C8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DD9C9F-3905-36C7-15CB-BACF4406B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B50E993-3E74-7605-4B1C-089FC599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A2A021D-E01D-7241-598C-56E14661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907D2-6A5F-9B5B-F5B4-C4FEA6389021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F6E15-AA63-3763-7F86-DACADBA3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9BD05-D78E-3984-8BF6-5DC5BAB2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4583088-CCF2-B670-1C52-71D2A0DA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BE907-8A33-EAC8-E40E-042F62D8A32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45B85-27C4-5A2F-EC81-52FBC9699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3EC60-CE7B-06F0-476B-80CB9CE1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A9AB982-9F02-36B3-80ED-6CFB05C7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8414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60973" y="6365491"/>
            <a:ext cx="1818468" cy="298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22678" y="6365489"/>
            <a:ext cx="2746644" cy="298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LMU Open Science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63932" y="6365488"/>
            <a:ext cx="1818468" cy="298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0C9838F-E9D5-154A-4897-DCE30A8465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200" y="6300320"/>
            <a:ext cx="1143429" cy="42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189" rtl="0" eaLnBrk="1" latinLnBrk="0" hangingPunct="1">
        <a:spcBef>
          <a:spcPct val="0"/>
        </a:spcBef>
        <a:buNone/>
        <a:defRPr sz="3200" b="1" i="0" kern="1200">
          <a:solidFill>
            <a:schemeClr val="tx1"/>
          </a:solidFill>
          <a:latin typeface="Aptos ExtraBold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457189" indent="-457189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68331" indent="-461422" algn="l" defTabSz="457189" rtl="0" eaLnBrk="1" latinLnBrk="0" hangingPunct="1">
        <a:spcBef>
          <a:spcPct val="20000"/>
        </a:spcBef>
        <a:buFont typeface="Wingdings" pitchFamily="2" charset="2"/>
        <a:buChar char="§"/>
        <a:tabLst/>
        <a:defRPr sz="20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9322" indent="-452955" algn="l" defTabSz="457189" rtl="0" eaLnBrk="1" latinLnBrk="0" hangingPunct="1">
        <a:spcBef>
          <a:spcPct val="20000"/>
        </a:spcBef>
        <a:buFont typeface="Courier New" panose="02070309020205020404" pitchFamily="49" charset="0"/>
        <a:buChar char="o"/>
        <a:tabLst/>
        <a:defRPr sz="18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160" indent="-461422" algn="l" defTabSz="457189" rtl="0" eaLnBrk="1" latinLnBrk="0" hangingPunct="1">
        <a:spcBef>
          <a:spcPct val="20000"/>
        </a:spcBef>
        <a:buFont typeface="Arial"/>
        <a:buChar char="–"/>
        <a:tabLst/>
        <a:defRPr sz="16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989617" indent="-450839" algn="l" defTabSz="457189" rtl="0" eaLnBrk="1" latinLnBrk="0" hangingPunct="1">
        <a:spcBef>
          <a:spcPct val="20000"/>
        </a:spcBef>
        <a:buFont typeface="Arial"/>
        <a:buChar char="»"/>
        <a:tabLst/>
        <a:defRPr sz="1600" b="0" i="0" kern="1200">
          <a:solidFill>
            <a:schemeClr val="tx1">
              <a:lumMod val="65000"/>
              <a:lumOff val="35000"/>
            </a:schemeClr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743131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320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509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7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2" userDrawn="1">
          <p15:clr>
            <a:srgbClr val="F26B43"/>
          </p15:clr>
        </p15:guide>
        <p15:guide id="2" pos="128" userDrawn="1">
          <p15:clr>
            <a:srgbClr val="F26B43"/>
          </p15:clr>
        </p15:guide>
        <p15:guide id="3" orient="horz" pos="4208" userDrawn="1">
          <p15:clr>
            <a:srgbClr val="F26B43"/>
          </p15:clr>
        </p15:guide>
        <p15:guide id="4" pos="7552" userDrawn="1">
          <p15:clr>
            <a:srgbClr val="F26B43"/>
          </p15:clr>
        </p15:guide>
        <p15:guide id="5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2DD3-4C0E-CF95-0659-A1E04D16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0973" y="6365491"/>
            <a:ext cx="1818468" cy="298452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B2E45-A946-074A-068E-1E42DFCD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2678" y="6365489"/>
            <a:ext cx="2746644" cy="298452"/>
          </a:xfrm>
        </p:spPr>
        <p:txBody>
          <a:bodyPr/>
          <a:lstStyle/>
          <a:p>
            <a:r>
              <a:rPr lang="en-US"/>
              <a:t>© LMU Open Science Center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FCDA6-E006-238B-CCC4-EE3B425D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2559" y="6365488"/>
            <a:ext cx="1818468" cy="298453"/>
          </a:xfrm>
        </p:spPr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354E8-DE02-E9BD-65EC-F8FE5267D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0973" y="6365491"/>
            <a:ext cx="1818468" cy="298452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33233-FBA7-8299-FED0-18A3AF79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2678" y="6365489"/>
            <a:ext cx="2746644" cy="298452"/>
          </a:xfrm>
        </p:spPr>
        <p:txBody>
          <a:bodyPr/>
          <a:lstStyle/>
          <a:p>
            <a:r>
              <a:rPr lang="en-US"/>
              <a:t>© LMU Open Science Center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1F541-912D-071C-AD06-98F2B370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2559" y="6365488"/>
            <a:ext cx="1818468" cy="298453"/>
          </a:xfrm>
        </p:spPr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5467AE-143E-1232-2977-1EE7C653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0973" y="6365491"/>
            <a:ext cx="1818468" cy="298452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1179C-A0C6-853A-DDDD-EA559AD4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2678" y="6365489"/>
            <a:ext cx="2746644" cy="298452"/>
          </a:xfrm>
        </p:spPr>
        <p:txBody>
          <a:bodyPr/>
          <a:lstStyle/>
          <a:p>
            <a:r>
              <a:rPr lang="en-US"/>
              <a:t>© LMU Open Science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7DA2F-8FDB-880B-3B9A-47D426F0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2559" y="6365488"/>
            <a:ext cx="1818468" cy="298453"/>
          </a:xfrm>
        </p:spPr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67</Words>
  <Application>Microsoft Macintosh PowerPoint</Application>
  <PresentationFormat>Widescreen</PresentationFormat>
  <Paragraphs>23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ExtraBold</vt:lpstr>
      <vt:lpstr>Arial</vt:lpstr>
      <vt:lpstr>Calibri</vt:lpstr>
      <vt:lpstr>Courier New</vt:lpstr>
      <vt:lpstr>Wingdings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Patrick Callahan</cp:lastModifiedBy>
  <cp:revision>38</cp:revision>
  <dcterms:created xsi:type="dcterms:W3CDTF">2017-06-05T14:10:58Z</dcterms:created>
  <dcterms:modified xsi:type="dcterms:W3CDTF">2026-10-06T05:26:52Z</dcterms:modified>
</cp:coreProperties>
</file>